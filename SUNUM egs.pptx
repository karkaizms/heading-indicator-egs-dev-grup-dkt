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6"/>
  </p:normalViewPr>
  <p:slideViewPr>
    <p:cSldViewPr snapToGrid="0" snapToObjects="1">
      <p:cViewPr varScale="1">
        <p:scale>
          <a:sx n="112" d="100"/>
          <a:sy n="112" d="100"/>
        </p:scale>
        <p:origin x="4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29.png"/><Relationship Id="rId7" Type="http://schemas.openxmlformats.org/officeDocument/2006/relationships/image" Target="../media/image1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3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42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47.png"/><Relationship Id="rId7" Type="http://schemas.openxmlformats.org/officeDocument/2006/relationships/image" Target="../media/image25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29.png"/><Relationship Id="rId7" Type="http://schemas.openxmlformats.org/officeDocument/2006/relationships/image" Target="../media/image1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3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42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47.png"/><Relationship Id="rId7" Type="http://schemas.openxmlformats.org/officeDocument/2006/relationships/image" Target="../media/image25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FAB1D5-BA10-4B72-A07B-093F27BD99C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9641407-E7B5-4297-9096-18F7E2094E02}">
      <dgm:prSet/>
      <dgm:spPr/>
      <dgm:t>
        <a:bodyPr/>
        <a:lstStyle/>
        <a:p>
          <a:pPr>
            <a:defRPr cap="all"/>
          </a:pPr>
          <a:r>
            <a:rPr lang="en-US"/>
            <a:t>Amaç: Havacılıkta kullanılan Yön Cayrosu ve Yatay Durum Göstergesi (HSI) enstrümanlarının simülasyonu.</a:t>
          </a:r>
        </a:p>
      </dgm:t>
    </dgm:pt>
    <dgm:pt modelId="{CC6CC076-AC8A-41A4-BE09-0F33699125FA}" type="parTrans" cxnId="{08A408F4-232D-45E7-AFBD-804A2286F5E8}">
      <dgm:prSet/>
      <dgm:spPr/>
      <dgm:t>
        <a:bodyPr/>
        <a:lstStyle/>
        <a:p>
          <a:endParaRPr lang="en-US"/>
        </a:p>
      </dgm:t>
    </dgm:pt>
    <dgm:pt modelId="{D21762F7-7EF8-49DD-B799-C0E335535CE2}" type="sibTrans" cxnId="{08A408F4-232D-45E7-AFBD-804A2286F5E8}">
      <dgm:prSet/>
      <dgm:spPr/>
      <dgm:t>
        <a:bodyPr/>
        <a:lstStyle/>
        <a:p>
          <a:endParaRPr lang="en-US"/>
        </a:p>
      </dgm:t>
    </dgm:pt>
    <dgm:pt modelId="{3D06A846-1A2B-4632-ACF7-EBB5B65170A2}">
      <dgm:prSet/>
      <dgm:spPr/>
      <dgm:t>
        <a:bodyPr/>
        <a:lstStyle/>
        <a:p>
          <a:pPr>
            <a:defRPr cap="all"/>
          </a:pPr>
          <a:r>
            <a:rPr lang="en-US"/>
            <a:t>Kapsam: Kullanıcı etkileşimleri, arıza durumları, jiroskop kayması (Gyro drift).</a:t>
          </a:r>
        </a:p>
      </dgm:t>
    </dgm:pt>
    <dgm:pt modelId="{67A828CE-B194-407C-870A-9403E62140D1}" type="parTrans" cxnId="{C6D2C730-CC12-4B02-89E5-97ECD51C136D}">
      <dgm:prSet/>
      <dgm:spPr/>
      <dgm:t>
        <a:bodyPr/>
        <a:lstStyle/>
        <a:p>
          <a:endParaRPr lang="en-US"/>
        </a:p>
      </dgm:t>
    </dgm:pt>
    <dgm:pt modelId="{724D45B1-054B-499B-B8E3-DE1DC3D5D14C}" type="sibTrans" cxnId="{C6D2C730-CC12-4B02-89E5-97ECD51C136D}">
      <dgm:prSet/>
      <dgm:spPr/>
      <dgm:t>
        <a:bodyPr/>
        <a:lstStyle/>
        <a:p>
          <a:endParaRPr lang="en-US"/>
        </a:p>
      </dgm:t>
    </dgm:pt>
    <dgm:pt modelId="{BFD298B5-66A8-42CC-B61D-A52E4DF9AF6D}">
      <dgm:prSet/>
      <dgm:spPr/>
      <dgm:t>
        <a:bodyPr/>
        <a:lstStyle/>
        <a:p>
          <a:pPr>
            <a:defRPr cap="all"/>
          </a:pPr>
          <a:r>
            <a:rPr lang="en-US"/>
            <a:t>Hedef Kitle: Havacılık eğitimleri, simülasyon meraklıları ve sistem analistleri.</a:t>
          </a:r>
        </a:p>
      </dgm:t>
    </dgm:pt>
    <dgm:pt modelId="{FA9DFDFF-BB08-4AAF-A10F-357832AFC54A}" type="parTrans" cxnId="{47CEE93A-511C-43C0-8964-F433035610D2}">
      <dgm:prSet/>
      <dgm:spPr/>
      <dgm:t>
        <a:bodyPr/>
        <a:lstStyle/>
        <a:p>
          <a:endParaRPr lang="en-US"/>
        </a:p>
      </dgm:t>
    </dgm:pt>
    <dgm:pt modelId="{19BBA10F-0D25-45FC-8877-2824FED4B8B5}" type="sibTrans" cxnId="{47CEE93A-511C-43C0-8964-F433035610D2}">
      <dgm:prSet/>
      <dgm:spPr/>
      <dgm:t>
        <a:bodyPr/>
        <a:lstStyle/>
        <a:p>
          <a:endParaRPr lang="en-US"/>
        </a:p>
      </dgm:t>
    </dgm:pt>
    <dgm:pt modelId="{2577259F-0C77-48CE-8A07-68A04A09502B}" type="pres">
      <dgm:prSet presAssocID="{2EFAB1D5-BA10-4B72-A07B-093F27BD99C4}" presName="root" presStyleCnt="0">
        <dgm:presLayoutVars>
          <dgm:dir/>
          <dgm:resizeHandles val="exact"/>
        </dgm:presLayoutVars>
      </dgm:prSet>
      <dgm:spPr/>
    </dgm:pt>
    <dgm:pt modelId="{762035F6-D65A-4EA2-87B5-94CED45D7F77}" type="pres">
      <dgm:prSet presAssocID="{59641407-E7B5-4297-9096-18F7E2094E02}" presName="compNode" presStyleCnt="0"/>
      <dgm:spPr/>
    </dgm:pt>
    <dgm:pt modelId="{89B0F3C9-C514-4B73-B34E-CC6414214F7E}" type="pres">
      <dgm:prSet presAssocID="{59641407-E7B5-4297-9096-18F7E2094E02}" presName="iconBgRect" presStyleLbl="bgShp" presStyleIdx="0" presStyleCnt="3"/>
      <dgm:spPr/>
    </dgm:pt>
    <dgm:pt modelId="{866B700C-A83B-41B0-8C17-1FFBB4F2594B}" type="pres">
      <dgm:prSet presAssocID="{59641407-E7B5-4297-9096-18F7E2094E0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def"/>
        </a:ext>
      </dgm:extLst>
    </dgm:pt>
    <dgm:pt modelId="{05768E55-7F36-4F33-BE88-4840C22FEB26}" type="pres">
      <dgm:prSet presAssocID="{59641407-E7B5-4297-9096-18F7E2094E02}" presName="spaceRect" presStyleCnt="0"/>
      <dgm:spPr/>
    </dgm:pt>
    <dgm:pt modelId="{009CCE35-B512-46EF-87FF-8ABE3AB20A0E}" type="pres">
      <dgm:prSet presAssocID="{59641407-E7B5-4297-9096-18F7E2094E02}" presName="textRect" presStyleLbl="revTx" presStyleIdx="0" presStyleCnt="3">
        <dgm:presLayoutVars>
          <dgm:chMax val="1"/>
          <dgm:chPref val="1"/>
        </dgm:presLayoutVars>
      </dgm:prSet>
      <dgm:spPr/>
    </dgm:pt>
    <dgm:pt modelId="{67924DC1-2E31-4F5C-90BD-FC9BE162EEE5}" type="pres">
      <dgm:prSet presAssocID="{D21762F7-7EF8-49DD-B799-C0E335535CE2}" presName="sibTrans" presStyleCnt="0"/>
      <dgm:spPr/>
    </dgm:pt>
    <dgm:pt modelId="{7231C2EE-5235-4969-9712-E5AAAC634333}" type="pres">
      <dgm:prSet presAssocID="{3D06A846-1A2B-4632-ACF7-EBB5B65170A2}" presName="compNode" presStyleCnt="0"/>
      <dgm:spPr/>
    </dgm:pt>
    <dgm:pt modelId="{4AAFCD91-8A94-420C-BFD0-496AF10D2139}" type="pres">
      <dgm:prSet presAssocID="{3D06A846-1A2B-4632-ACF7-EBB5B65170A2}" presName="iconBgRect" presStyleLbl="bgShp" presStyleIdx="1" presStyleCnt="3"/>
      <dgm:spPr/>
    </dgm:pt>
    <dgm:pt modelId="{90730DFC-39EE-473B-9819-ABAE8BDA3299}" type="pres">
      <dgm:prSet presAssocID="{3D06A846-1A2B-4632-ACF7-EBB5B65170A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ğlı değil"/>
        </a:ext>
      </dgm:extLst>
    </dgm:pt>
    <dgm:pt modelId="{FED6D9B8-FA52-4228-98D5-F55A242255DE}" type="pres">
      <dgm:prSet presAssocID="{3D06A846-1A2B-4632-ACF7-EBB5B65170A2}" presName="spaceRect" presStyleCnt="0"/>
      <dgm:spPr/>
    </dgm:pt>
    <dgm:pt modelId="{8A491B52-E330-4E60-9100-0DE7D229E648}" type="pres">
      <dgm:prSet presAssocID="{3D06A846-1A2B-4632-ACF7-EBB5B65170A2}" presName="textRect" presStyleLbl="revTx" presStyleIdx="1" presStyleCnt="3">
        <dgm:presLayoutVars>
          <dgm:chMax val="1"/>
          <dgm:chPref val="1"/>
        </dgm:presLayoutVars>
      </dgm:prSet>
      <dgm:spPr/>
    </dgm:pt>
    <dgm:pt modelId="{0C3DDCF3-1B1C-4997-A4ED-7E375871F3FD}" type="pres">
      <dgm:prSet presAssocID="{724D45B1-054B-499B-B8E3-DE1DC3D5D14C}" presName="sibTrans" presStyleCnt="0"/>
      <dgm:spPr/>
    </dgm:pt>
    <dgm:pt modelId="{34DCDD99-59B9-466F-AE3E-88F8CA0D7916}" type="pres">
      <dgm:prSet presAssocID="{BFD298B5-66A8-42CC-B61D-A52E4DF9AF6D}" presName="compNode" presStyleCnt="0"/>
      <dgm:spPr/>
    </dgm:pt>
    <dgm:pt modelId="{A8BC34BD-5D15-4253-9CFA-B2F9783BBC6F}" type="pres">
      <dgm:prSet presAssocID="{BFD298B5-66A8-42CC-B61D-A52E4DF9AF6D}" presName="iconBgRect" presStyleLbl="bgShp" presStyleIdx="2" presStyleCnt="3"/>
      <dgm:spPr/>
    </dgm:pt>
    <dgm:pt modelId="{5D10BF7A-4AB6-4DF1-954C-42B6EA6D3CFD}" type="pres">
      <dgm:prSet presAssocID="{BFD298B5-66A8-42CC-B61D-A52E4DF9AF6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ot"/>
        </a:ext>
      </dgm:extLst>
    </dgm:pt>
    <dgm:pt modelId="{99B7F462-E511-4A30-84E2-1222DDA0692D}" type="pres">
      <dgm:prSet presAssocID="{BFD298B5-66A8-42CC-B61D-A52E4DF9AF6D}" presName="spaceRect" presStyleCnt="0"/>
      <dgm:spPr/>
    </dgm:pt>
    <dgm:pt modelId="{72EB6E38-DF9D-4157-BEF8-E226EC8CC5C3}" type="pres">
      <dgm:prSet presAssocID="{BFD298B5-66A8-42CC-B61D-A52E4DF9AF6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2038E25-B330-4B5D-A998-A77027D44CE1}" type="presOf" srcId="{BFD298B5-66A8-42CC-B61D-A52E4DF9AF6D}" destId="{72EB6E38-DF9D-4157-BEF8-E226EC8CC5C3}" srcOrd="0" destOrd="0" presId="urn:microsoft.com/office/officeart/2018/5/layout/IconCircleLabelList"/>
    <dgm:cxn modelId="{C6D2C730-CC12-4B02-89E5-97ECD51C136D}" srcId="{2EFAB1D5-BA10-4B72-A07B-093F27BD99C4}" destId="{3D06A846-1A2B-4632-ACF7-EBB5B65170A2}" srcOrd="1" destOrd="0" parTransId="{67A828CE-B194-407C-870A-9403E62140D1}" sibTransId="{724D45B1-054B-499B-B8E3-DE1DC3D5D14C}"/>
    <dgm:cxn modelId="{56F0CE31-5819-4B9D-8B70-EEBC38C352BF}" type="presOf" srcId="{3D06A846-1A2B-4632-ACF7-EBB5B65170A2}" destId="{8A491B52-E330-4E60-9100-0DE7D229E648}" srcOrd="0" destOrd="0" presId="urn:microsoft.com/office/officeart/2018/5/layout/IconCircleLabelList"/>
    <dgm:cxn modelId="{47CEE93A-511C-43C0-8964-F433035610D2}" srcId="{2EFAB1D5-BA10-4B72-A07B-093F27BD99C4}" destId="{BFD298B5-66A8-42CC-B61D-A52E4DF9AF6D}" srcOrd="2" destOrd="0" parTransId="{FA9DFDFF-BB08-4AAF-A10F-357832AFC54A}" sibTransId="{19BBA10F-0D25-45FC-8877-2824FED4B8B5}"/>
    <dgm:cxn modelId="{8381D57C-0F80-4522-9691-D07DF96BFB0D}" type="presOf" srcId="{59641407-E7B5-4297-9096-18F7E2094E02}" destId="{009CCE35-B512-46EF-87FF-8ABE3AB20A0E}" srcOrd="0" destOrd="0" presId="urn:microsoft.com/office/officeart/2018/5/layout/IconCircleLabelList"/>
    <dgm:cxn modelId="{7A39C7C9-6501-4EDD-9AE7-B551505B3655}" type="presOf" srcId="{2EFAB1D5-BA10-4B72-A07B-093F27BD99C4}" destId="{2577259F-0C77-48CE-8A07-68A04A09502B}" srcOrd="0" destOrd="0" presId="urn:microsoft.com/office/officeart/2018/5/layout/IconCircleLabelList"/>
    <dgm:cxn modelId="{08A408F4-232D-45E7-AFBD-804A2286F5E8}" srcId="{2EFAB1D5-BA10-4B72-A07B-093F27BD99C4}" destId="{59641407-E7B5-4297-9096-18F7E2094E02}" srcOrd="0" destOrd="0" parTransId="{CC6CC076-AC8A-41A4-BE09-0F33699125FA}" sibTransId="{D21762F7-7EF8-49DD-B799-C0E335535CE2}"/>
    <dgm:cxn modelId="{6DF1CE53-95BF-4301-ABD4-5625F111EB76}" type="presParOf" srcId="{2577259F-0C77-48CE-8A07-68A04A09502B}" destId="{762035F6-D65A-4EA2-87B5-94CED45D7F77}" srcOrd="0" destOrd="0" presId="urn:microsoft.com/office/officeart/2018/5/layout/IconCircleLabelList"/>
    <dgm:cxn modelId="{0796A5B7-4EBE-4381-ABD2-0BA8EB3F0538}" type="presParOf" srcId="{762035F6-D65A-4EA2-87B5-94CED45D7F77}" destId="{89B0F3C9-C514-4B73-B34E-CC6414214F7E}" srcOrd="0" destOrd="0" presId="urn:microsoft.com/office/officeart/2018/5/layout/IconCircleLabelList"/>
    <dgm:cxn modelId="{9D003343-D97C-41A7-BAB7-8F30404C6BF9}" type="presParOf" srcId="{762035F6-D65A-4EA2-87B5-94CED45D7F77}" destId="{866B700C-A83B-41B0-8C17-1FFBB4F2594B}" srcOrd="1" destOrd="0" presId="urn:microsoft.com/office/officeart/2018/5/layout/IconCircleLabelList"/>
    <dgm:cxn modelId="{09970343-0785-4DA6-AEF1-7E2BBB93365F}" type="presParOf" srcId="{762035F6-D65A-4EA2-87B5-94CED45D7F77}" destId="{05768E55-7F36-4F33-BE88-4840C22FEB26}" srcOrd="2" destOrd="0" presId="urn:microsoft.com/office/officeart/2018/5/layout/IconCircleLabelList"/>
    <dgm:cxn modelId="{A307E621-B6BB-44EE-BA7B-A71492E5626B}" type="presParOf" srcId="{762035F6-D65A-4EA2-87B5-94CED45D7F77}" destId="{009CCE35-B512-46EF-87FF-8ABE3AB20A0E}" srcOrd="3" destOrd="0" presId="urn:microsoft.com/office/officeart/2018/5/layout/IconCircleLabelList"/>
    <dgm:cxn modelId="{8697F858-DA0B-436D-9076-223F83E7207B}" type="presParOf" srcId="{2577259F-0C77-48CE-8A07-68A04A09502B}" destId="{67924DC1-2E31-4F5C-90BD-FC9BE162EEE5}" srcOrd="1" destOrd="0" presId="urn:microsoft.com/office/officeart/2018/5/layout/IconCircleLabelList"/>
    <dgm:cxn modelId="{FFC85C6E-AC3E-47CF-84F8-EEA18DF3147F}" type="presParOf" srcId="{2577259F-0C77-48CE-8A07-68A04A09502B}" destId="{7231C2EE-5235-4969-9712-E5AAAC634333}" srcOrd="2" destOrd="0" presId="urn:microsoft.com/office/officeart/2018/5/layout/IconCircleLabelList"/>
    <dgm:cxn modelId="{5D6F860F-B4CC-4A15-BA16-35D6637E5ACE}" type="presParOf" srcId="{7231C2EE-5235-4969-9712-E5AAAC634333}" destId="{4AAFCD91-8A94-420C-BFD0-496AF10D2139}" srcOrd="0" destOrd="0" presId="urn:microsoft.com/office/officeart/2018/5/layout/IconCircleLabelList"/>
    <dgm:cxn modelId="{B36B6A91-9626-422B-A5EB-77595A581EEE}" type="presParOf" srcId="{7231C2EE-5235-4969-9712-E5AAAC634333}" destId="{90730DFC-39EE-473B-9819-ABAE8BDA3299}" srcOrd="1" destOrd="0" presId="urn:microsoft.com/office/officeart/2018/5/layout/IconCircleLabelList"/>
    <dgm:cxn modelId="{534F2FB5-4044-42D5-842F-F2D0E7FFB03A}" type="presParOf" srcId="{7231C2EE-5235-4969-9712-E5AAAC634333}" destId="{FED6D9B8-FA52-4228-98D5-F55A242255DE}" srcOrd="2" destOrd="0" presId="urn:microsoft.com/office/officeart/2018/5/layout/IconCircleLabelList"/>
    <dgm:cxn modelId="{CE90B7B5-4993-4B22-B578-0E910A8510CE}" type="presParOf" srcId="{7231C2EE-5235-4969-9712-E5AAAC634333}" destId="{8A491B52-E330-4E60-9100-0DE7D229E648}" srcOrd="3" destOrd="0" presId="urn:microsoft.com/office/officeart/2018/5/layout/IconCircleLabelList"/>
    <dgm:cxn modelId="{1E9345D2-450A-4DD2-9964-3B542DD390FA}" type="presParOf" srcId="{2577259F-0C77-48CE-8A07-68A04A09502B}" destId="{0C3DDCF3-1B1C-4997-A4ED-7E375871F3FD}" srcOrd="3" destOrd="0" presId="urn:microsoft.com/office/officeart/2018/5/layout/IconCircleLabelList"/>
    <dgm:cxn modelId="{DF278938-32BB-4D73-9728-517BD5700439}" type="presParOf" srcId="{2577259F-0C77-48CE-8A07-68A04A09502B}" destId="{34DCDD99-59B9-466F-AE3E-88F8CA0D7916}" srcOrd="4" destOrd="0" presId="urn:microsoft.com/office/officeart/2018/5/layout/IconCircleLabelList"/>
    <dgm:cxn modelId="{8529E730-A644-4049-A48A-2C7A31B5EE7C}" type="presParOf" srcId="{34DCDD99-59B9-466F-AE3E-88F8CA0D7916}" destId="{A8BC34BD-5D15-4253-9CFA-B2F9783BBC6F}" srcOrd="0" destOrd="0" presId="urn:microsoft.com/office/officeart/2018/5/layout/IconCircleLabelList"/>
    <dgm:cxn modelId="{C1D9B54C-3445-44E1-B0EE-122618B670B3}" type="presParOf" srcId="{34DCDD99-59B9-466F-AE3E-88F8CA0D7916}" destId="{5D10BF7A-4AB6-4DF1-954C-42B6EA6D3CFD}" srcOrd="1" destOrd="0" presId="urn:microsoft.com/office/officeart/2018/5/layout/IconCircleLabelList"/>
    <dgm:cxn modelId="{B177418D-2FC5-4D89-B41B-4F1AF06605E4}" type="presParOf" srcId="{34DCDD99-59B9-466F-AE3E-88F8CA0D7916}" destId="{99B7F462-E511-4A30-84E2-1222DDA0692D}" srcOrd="2" destOrd="0" presId="urn:microsoft.com/office/officeart/2018/5/layout/IconCircleLabelList"/>
    <dgm:cxn modelId="{E3E95511-9B80-4C9B-BF81-5CF864843666}" type="presParOf" srcId="{34DCDD99-59B9-466F-AE3E-88F8CA0D7916}" destId="{72EB6E38-DF9D-4157-BEF8-E226EC8CC5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2F6761-1E6D-443D-9C96-0F9A7D46A34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9B56718-5CF1-459A-842E-7A7CAF7D6331}">
      <dgm:prSet/>
      <dgm:spPr/>
      <dgm:t>
        <a:bodyPr/>
        <a:lstStyle/>
        <a:p>
          <a:r>
            <a:rPr lang="en-US"/>
            <a:t>Programlama Dili: Python 3</a:t>
          </a:r>
        </a:p>
      </dgm:t>
    </dgm:pt>
    <dgm:pt modelId="{F5B10EB8-76F5-4281-90E8-649F826356BB}" type="parTrans" cxnId="{36C1E6DC-3B1E-4162-9D85-29BF541A6DC6}">
      <dgm:prSet/>
      <dgm:spPr/>
      <dgm:t>
        <a:bodyPr/>
        <a:lstStyle/>
        <a:p>
          <a:endParaRPr lang="en-US"/>
        </a:p>
      </dgm:t>
    </dgm:pt>
    <dgm:pt modelId="{6CD3DA16-D3CA-4C37-A66E-F37ABE591FC3}" type="sibTrans" cxnId="{36C1E6DC-3B1E-4162-9D85-29BF541A6DC6}">
      <dgm:prSet/>
      <dgm:spPr/>
      <dgm:t>
        <a:bodyPr/>
        <a:lstStyle/>
        <a:p>
          <a:endParaRPr lang="en-US"/>
        </a:p>
      </dgm:t>
    </dgm:pt>
    <dgm:pt modelId="{2E1B68BC-E5ED-4464-94A2-34DF54DB2D3B}">
      <dgm:prSet/>
      <dgm:spPr/>
      <dgm:t>
        <a:bodyPr/>
        <a:lstStyle/>
        <a:p>
          <a:r>
            <a:rPr lang="en-US"/>
            <a:t>Grafik ve Arayüz (GUI): pygame (60 FPS, akıcı etkileşim)</a:t>
          </a:r>
        </a:p>
      </dgm:t>
    </dgm:pt>
    <dgm:pt modelId="{AD33DD2F-86EE-449C-8FFB-2FDBC89C2FA8}" type="parTrans" cxnId="{B8CF6ABD-3C93-4D06-9DB2-25C573AB83F8}">
      <dgm:prSet/>
      <dgm:spPr/>
      <dgm:t>
        <a:bodyPr/>
        <a:lstStyle/>
        <a:p>
          <a:endParaRPr lang="en-US"/>
        </a:p>
      </dgm:t>
    </dgm:pt>
    <dgm:pt modelId="{990AE42C-479F-44E2-8BED-920ED1268D1E}" type="sibTrans" cxnId="{B8CF6ABD-3C93-4D06-9DB2-25C573AB83F8}">
      <dgm:prSet/>
      <dgm:spPr/>
      <dgm:t>
        <a:bodyPr/>
        <a:lstStyle/>
        <a:p>
          <a:endParaRPr lang="en-US"/>
        </a:p>
      </dgm:t>
    </dgm:pt>
    <dgm:pt modelId="{C7D86DDE-3B3F-4E87-9598-DE04F4BD94E3}">
      <dgm:prSet/>
      <dgm:spPr/>
      <dgm:t>
        <a:bodyPr/>
        <a:lstStyle/>
        <a:p>
          <a:r>
            <a:rPr lang="en-US"/>
            <a:t>Matematik: math modülü (Açı, trigonometri, dairesel rotasyon)</a:t>
          </a:r>
        </a:p>
      </dgm:t>
    </dgm:pt>
    <dgm:pt modelId="{47B62A45-C6B6-4A02-9608-90452E620331}" type="parTrans" cxnId="{F8CCA53E-FF48-4484-8515-85147975B979}">
      <dgm:prSet/>
      <dgm:spPr/>
      <dgm:t>
        <a:bodyPr/>
        <a:lstStyle/>
        <a:p>
          <a:endParaRPr lang="en-US"/>
        </a:p>
      </dgm:t>
    </dgm:pt>
    <dgm:pt modelId="{A0A539B2-423A-46A4-9A97-87C92965D7EA}" type="sibTrans" cxnId="{F8CCA53E-FF48-4484-8515-85147975B979}">
      <dgm:prSet/>
      <dgm:spPr/>
      <dgm:t>
        <a:bodyPr/>
        <a:lstStyle/>
        <a:p>
          <a:endParaRPr lang="en-US"/>
        </a:p>
      </dgm:t>
    </dgm:pt>
    <dgm:pt modelId="{574E36F7-62D6-4CED-99B9-7081FDB028F1}">
      <dgm:prSet/>
      <dgm:spPr/>
      <dgm:t>
        <a:bodyPr/>
        <a:lstStyle/>
        <a:p>
          <a:r>
            <a:rPr lang="en-US"/>
            <a:t>Veri Kaydı: csv ve os modülleri (Saniyelik loglama)</a:t>
          </a:r>
        </a:p>
      </dgm:t>
    </dgm:pt>
    <dgm:pt modelId="{4B7766E5-A0DE-4C48-A927-6CC162E2CCC0}" type="parTrans" cxnId="{2319319C-F946-45B5-A15D-0A7E0D154D60}">
      <dgm:prSet/>
      <dgm:spPr/>
      <dgm:t>
        <a:bodyPr/>
        <a:lstStyle/>
        <a:p>
          <a:endParaRPr lang="en-US"/>
        </a:p>
      </dgm:t>
    </dgm:pt>
    <dgm:pt modelId="{5B8E0C26-64FF-4AB1-A54E-69462BC0CA3D}" type="sibTrans" cxnId="{2319319C-F946-45B5-A15D-0A7E0D154D60}">
      <dgm:prSet/>
      <dgm:spPr/>
      <dgm:t>
        <a:bodyPr/>
        <a:lstStyle/>
        <a:p>
          <a:endParaRPr lang="en-US"/>
        </a:p>
      </dgm:t>
    </dgm:pt>
    <dgm:pt modelId="{9F99DAB2-022D-48C3-AE82-AC623BD95B4F}" type="pres">
      <dgm:prSet presAssocID="{312F6761-1E6D-443D-9C96-0F9A7D46A347}" presName="root" presStyleCnt="0">
        <dgm:presLayoutVars>
          <dgm:dir/>
          <dgm:resizeHandles val="exact"/>
        </dgm:presLayoutVars>
      </dgm:prSet>
      <dgm:spPr/>
    </dgm:pt>
    <dgm:pt modelId="{E3298D9D-E777-48F5-B4E3-A2B11A30CCE4}" type="pres">
      <dgm:prSet presAssocID="{59B56718-5CF1-459A-842E-7A7CAF7D6331}" presName="compNode" presStyleCnt="0"/>
      <dgm:spPr/>
    </dgm:pt>
    <dgm:pt modelId="{1E694438-22D4-44CE-A494-ECA9E94A9C1B}" type="pres">
      <dgm:prSet presAssocID="{59B56718-5CF1-459A-842E-7A7CAF7D6331}" presName="bgRect" presStyleLbl="bgShp" presStyleIdx="0" presStyleCnt="4"/>
      <dgm:spPr/>
    </dgm:pt>
    <dgm:pt modelId="{8DB3F667-791B-44F0-8787-D09C8BCA96DD}" type="pres">
      <dgm:prSet presAssocID="{59B56718-5CF1-459A-842E-7A7CAF7D633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l"/>
        </a:ext>
      </dgm:extLst>
    </dgm:pt>
    <dgm:pt modelId="{07852104-676B-429F-84B9-AE4DFC691EB6}" type="pres">
      <dgm:prSet presAssocID="{59B56718-5CF1-459A-842E-7A7CAF7D6331}" presName="spaceRect" presStyleCnt="0"/>
      <dgm:spPr/>
    </dgm:pt>
    <dgm:pt modelId="{D1902358-2E51-4C8F-918D-0276058D77A9}" type="pres">
      <dgm:prSet presAssocID="{59B56718-5CF1-459A-842E-7A7CAF7D6331}" presName="parTx" presStyleLbl="revTx" presStyleIdx="0" presStyleCnt="4">
        <dgm:presLayoutVars>
          <dgm:chMax val="0"/>
          <dgm:chPref val="0"/>
        </dgm:presLayoutVars>
      </dgm:prSet>
      <dgm:spPr/>
    </dgm:pt>
    <dgm:pt modelId="{2CE75D90-EEFA-42D8-B2D3-F1F7200BE16B}" type="pres">
      <dgm:prSet presAssocID="{6CD3DA16-D3CA-4C37-A66E-F37ABE591FC3}" presName="sibTrans" presStyleCnt="0"/>
      <dgm:spPr/>
    </dgm:pt>
    <dgm:pt modelId="{2D6AD1C3-8D7F-4612-A375-83CC0768339B}" type="pres">
      <dgm:prSet presAssocID="{2E1B68BC-E5ED-4464-94A2-34DF54DB2D3B}" presName="compNode" presStyleCnt="0"/>
      <dgm:spPr/>
    </dgm:pt>
    <dgm:pt modelId="{EB8E4D49-D720-4237-82D8-3CE36FE8AED8}" type="pres">
      <dgm:prSet presAssocID="{2E1B68BC-E5ED-4464-94A2-34DF54DB2D3B}" presName="bgRect" presStyleLbl="bgShp" presStyleIdx="1" presStyleCnt="4"/>
      <dgm:spPr/>
    </dgm:pt>
    <dgm:pt modelId="{52398DE1-B9EC-44A5-B44D-1B4B3F412207}" type="pres">
      <dgm:prSet presAssocID="{2E1B68BC-E5ED-4464-94A2-34DF54DB2D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kış Çizelgesi"/>
        </a:ext>
      </dgm:extLst>
    </dgm:pt>
    <dgm:pt modelId="{D9E05532-F901-4EDE-9B92-7B83CD696D6E}" type="pres">
      <dgm:prSet presAssocID="{2E1B68BC-E5ED-4464-94A2-34DF54DB2D3B}" presName="spaceRect" presStyleCnt="0"/>
      <dgm:spPr/>
    </dgm:pt>
    <dgm:pt modelId="{CB5A262D-9A5D-4CB1-9494-FA262A6D6AF8}" type="pres">
      <dgm:prSet presAssocID="{2E1B68BC-E5ED-4464-94A2-34DF54DB2D3B}" presName="parTx" presStyleLbl="revTx" presStyleIdx="1" presStyleCnt="4">
        <dgm:presLayoutVars>
          <dgm:chMax val="0"/>
          <dgm:chPref val="0"/>
        </dgm:presLayoutVars>
      </dgm:prSet>
      <dgm:spPr/>
    </dgm:pt>
    <dgm:pt modelId="{8268C4BE-9484-45DE-A5CA-D7A50EACCE9D}" type="pres">
      <dgm:prSet presAssocID="{990AE42C-479F-44E2-8BED-920ED1268D1E}" presName="sibTrans" presStyleCnt="0"/>
      <dgm:spPr/>
    </dgm:pt>
    <dgm:pt modelId="{03B71199-9899-4230-808D-309754E0729F}" type="pres">
      <dgm:prSet presAssocID="{C7D86DDE-3B3F-4E87-9598-DE04F4BD94E3}" presName="compNode" presStyleCnt="0"/>
      <dgm:spPr/>
    </dgm:pt>
    <dgm:pt modelId="{0E0CB8FE-A999-491D-A8F6-7041A86BBC5E}" type="pres">
      <dgm:prSet presAssocID="{C7D86DDE-3B3F-4E87-9598-DE04F4BD94E3}" presName="bgRect" presStyleLbl="bgShp" presStyleIdx="2" presStyleCnt="4"/>
      <dgm:spPr/>
    </dgm:pt>
    <dgm:pt modelId="{96CA2DA6-ED4D-4B2D-B808-9F2596ED207C}" type="pres">
      <dgm:prSet presAssocID="{C7D86DDE-3B3F-4E87-9598-DE04F4BD94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6B6F1AB1-3E2C-4193-923D-80CC53B590F6}" type="pres">
      <dgm:prSet presAssocID="{C7D86DDE-3B3F-4E87-9598-DE04F4BD94E3}" presName="spaceRect" presStyleCnt="0"/>
      <dgm:spPr/>
    </dgm:pt>
    <dgm:pt modelId="{9FA6FCFE-3F0A-4830-9715-5FAC41BC70D1}" type="pres">
      <dgm:prSet presAssocID="{C7D86DDE-3B3F-4E87-9598-DE04F4BD94E3}" presName="parTx" presStyleLbl="revTx" presStyleIdx="2" presStyleCnt="4">
        <dgm:presLayoutVars>
          <dgm:chMax val="0"/>
          <dgm:chPref val="0"/>
        </dgm:presLayoutVars>
      </dgm:prSet>
      <dgm:spPr/>
    </dgm:pt>
    <dgm:pt modelId="{CA7116A9-6592-4E82-9D1D-AED005526C4D}" type="pres">
      <dgm:prSet presAssocID="{A0A539B2-423A-46A4-9A97-87C92965D7EA}" presName="sibTrans" presStyleCnt="0"/>
      <dgm:spPr/>
    </dgm:pt>
    <dgm:pt modelId="{CB6DF171-E618-4126-B5D3-2CA9EC60C88A}" type="pres">
      <dgm:prSet presAssocID="{574E36F7-62D6-4CED-99B9-7081FDB028F1}" presName="compNode" presStyleCnt="0"/>
      <dgm:spPr/>
    </dgm:pt>
    <dgm:pt modelId="{92B9C281-675A-4D17-8C2D-FBEAEC887BA8}" type="pres">
      <dgm:prSet presAssocID="{574E36F7-62D6-4CED-99B9-7081FDB028F1}" presName="bgRect" presStyleLbl="bgShp" presStyleIdx="3" presStyleCnt="4"/>
      <dgm:spPr/>
    </dgm:pt>
    <dgm:pt modelId="{841573A1-24C2-4EB6-BE03-F9BC8C516D32}" type="pres">
      <dgm:prSet presAssocID="{574E36F7-62D6-4CED-99B9-7081FDB028F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ucu"/>
        </a:ext>
      </dgm:extLst>
    </dgm:pt>
    <dgm:pt modelId="{58C09326-9B94-4759-BD3D-E2060F8D9656}" type="pres">
      <dgm:prSet presAssocID="{574E36F7-62D6-4CED-99B9-7081FDB028F1}" presName="spaceRect" presStyleCnt="0"/>
      <dgm:spPr/>
    </dgm:pt>
    <dgm:pt modelId="{7401E858-8668-4F71-B3AD-C9E7E5272DA5}" type="pres">
      <dgm:prSet presAssocID="{574E36F7-62D6-4CED-99B9-7081FDB028F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FBA5200-F177-4503-94B9-791B256221AB}" type="presOf" srcId="{2E1B68BC-E5ED-4464-94A2-34DF54DB2D3B}" destId="{CB5A262D-9A5D-4CB1-9494-FA262A6D6AF8}" srcOrd="0" destOrd="0" presId="urn:microsoft.com/office/officeart/2018/2/layout/IconVerticalSolidList"/>
    <dgm:cxn modelId="{FB4C601B-6CFE-495D-822D-6E3F37036369}" type="presOf" srcId="{312F6761-1E6D-443D-9C96-0F9A7D46A347}" destId="{9F99DAB2-022D-48C3-AE82-AC623BD95B4F}" srcOrd="0" destOrd="0" presId="urn:microsoft.com/office/officeart/2018/2/layout/IconVerticalSolidList"/>
    <dgm:cxn modelId="{740F4C23-004E-43C5-A1ED-CECBE1345C47}" type="presOf" srcId="{59B56718-5CF1-459A-842E-7A7CAF7D6331}" destId="{D1902358-2E51-4C8F-918D-0276058D77A9}" srcOrd="0" destOrd="0" presId="urn:microsoft.com/office/officeart/2018/2/layout/IconVerticalSolidList"/>
    <dgm:cxn modelId="{F8CCA53E-FF48-4484-8515-85147975B979}" srcId="{312F6761-1E6D-443D-9C96-0F9A7D46A347}" destId="{C7D86DDE-3B3F-4E87-9598-DE04F4BD94E3}" srcOrd="2" destOrd="0" parTransId="{47B62A45-C6B6-4A02-9608-90452E620331}" sibTransId="{A0A539B2-423A-46A4-9A97-87C92965D7EA}"/>
    <dgm:cxn modelId="{62754C54-96A4-44B5-A88E-A77F8CDEFA7E}" type="presOf" srcId="{574E36F7-62D6-4CED-99B9-7081FDB028F1}" destId="{7401E858-8668-4F71-B3AD-C9E7E5272DA5}" srcOrd="0" destOrd="0" presId="urn:microsoft.com/office/officeart/2018/2/layout/IconVerticalSolidList"/>
    <dgm:cxn modelId="{2319319C-F946-45B5-A15D-0A7E0D154D60}" srcId="{312F6761-1E6D-443D-9C96-0F9A7D46A347}" destId="{574E36F7-62D6-4CED-99B9-7081FDB028F1}" srcOrd="3" destOrd="0" parTransId="{4B7766E5-A0DE-4C48-A927-6CC162E2CCC0}" sibTransId="{5B8E0C26-64FF-4AB1-A54E-69462BC0CA3D}"/>
    <dgm:cxn modelId="{B8CF6ABD-3C93-4D06-9DB2-25C573AB83F8}" srcId="{312F6761-1E6D-443D-9C96-0F9A7D46A347}" destId="{2E1B68BC-E5ED-4464-94A2-34DF54DB2D3B}" srcOrd="1" destOrd="0" parTransId="{AD33DD2F-86EE-449C-8FFB-2FDBC89C2FA8}" sibTransId="{990AE42C-479F-44E2-8BED-920ED1268D1E}"/>
    <dgm:cxn modelId="{E5CAF6BD-1399-426D-BE6D-0E3E6140A649}" type="presOf" srcId="{C7D86DDE-3B3F-4E87-9598-DE04F4BD94E3}" destId="{9FA6FCFE-3F0A-4830-9715-5FAC41BC70D1}" srcOrd="0" destOrd="0" presId="urn:microsoft.com/office/officeart/2018/2/layout/IconVerticalSolidList"/>
    <dgm:cxn modelId="{36C1E6DC-3B1E-4162-9D85-29BF541A6DC6}" srcId="{312F6761-1E6D-443D-9C96-0F9A7D46A347}" destId="{59B56718-5CF1-459A-842E-7A7CAF7D6331}" srcOrd="0" destOrd="0" parTransId="{F5B10EB8-76F5-4281-90E8-649F826356BB}" sibTransId="{6CD3DA16-D3CA-4C37-A66E-F37ABE591FC3}"/>
    <dgm:cxn modelId="{D9CA04BE-3AA1-49F1-A4A7-EC08E0BE9654}" type="presParOf" srcId="{9F99DAB2-022D-48C3-AE82-AC623BD95B4F}" destId="{E3298D9D-E777-48F5-B4E3-A2B11A30CCE4}" srcOrd="0" destOrd="0" presId="urn:microsoft.com/office/officeart/2018/2/layout/IconVerticalSolidList"/>
    <dgm:cxn modelId="{BC288040-AC9F-4A6F-B817-69D771F6CC2F}" type="presParOf" srcId="{E3298D9D-E777-48F5-B4E3-A2B11A30CCE4}" destId="{1E694438-22D4-44CE-A494-ECA9E94A9C1B}" srcOrd="0" destOrd="0" presId="urn:microsoft.com/office/officeart/2018/2/layout/IconVerticalSolidList"/>
    <dgm:cxn modelId="{028C7126-54D7-419A-B1A9-E755E7FE54BB}" type="presParOf" srcId="{E3298D9D-E777-48F5-B4E3-A2B11A30CCE4}" destId="{8DB3F667-791B-44F0-8787-D09C8BCA96DD}" srcOrd="1" destOrd="0" presId="urn:microsoft.com/office/officeart/2018/2/layout/IconVerticalSolidList"/>
    <dgm:cxn modelId="{A7CFE8DF-7232-46C6-B5A2-4DA2007D6A66}" type="presParOf" srcId="{E3298D9D-E777-48F5-B4E3-A2B11A30CCE4}" destId="{07852104-676B-429F-84B9-AE4DFC691EB6}" srcOrd="2" destOrd="0" presId="urn:microsoft.com/office/officeart/2018/2/layout/IconVerticalSolidList"/>
    <dgm:cxn modelId="{B6D9E28B-BFC7-4B8E-B6D7-84D4D3B3D618}" type="presParOf" srcId="{E3298D9D-E777-48F5-B4E3-A2B11A30CCE4}" destId="{D1902358-2E51-4C8F-918D-0276058D77A9}" srcOrd="3" destOrd="0" presId="urn:microsoft.com/office/officeart/2018/2/layout/IconVerticalSolidList"/>
    <dgm:cxn modelId="{96F4E059-CABD-4707-88CF-9D372FC3660F}" type="presParOf" srcId="{9F99DAB2-022D-48C3-AE82-AC623BD95B4F}" destId="{2CE75D90-EEFA-42D8-B2D3-F1F7200BE16B}" srcOrd="1" destOrd="0" presId="urn:microsoft.com/office/officeart/2018/2/layout/IconVerticalSolidList"/>
    <dgm:cxn modelId="{5B117B7E-D8D1-479F-A1E9-31C9046212D3}" type="presParOf" srcId="{9F99DAB2-022D-48C3-AE82-AC623BD95B4F}" destId="{2D6AD1C3-8D7F-4612-A375-83CC0768339B}" srcOrd="2" destOrd="0" presId="urn:microsoft.com/office/officeart/2018/2/layout/IconVerticalSolidList"/>
    <dgm:cxn modelId="{5D05DD57-64EA-4AFE-A592-552FCA0F75F4}" type="presParOf" srcId="{2D6AD1C3-8D7F-4612-A375-83CC0768339B}" destId="{EB8E4D49-D720-4237-82D8-3CE36FE8AED8}" srcOrd="0" destOrd="0" presId="urn:microsoft.com/office/officeart/2018/2/layout/IconVerticalSolidList"/>
    <dgm:cxn modelId="{05F4AF32-E848-45FD-AD45-DF122E0DFBFB}" type="presParOf" srcId="{2D6AD1C3-8D7F-4612-A375-83CC0768339B}" destId="{52398DE1-B9EC-44A5-B44D-1B4B3F412207}" srcOrd="1" destOrd="0" presId="urn:microsoft.com/office/officeart/2018/2/layout/IconVerticalSolidList"/>
    <dgm:cxn modelId="{C7E51683-BE2E-4876-9077-FF18C9D512CB}" type="presParOf" srcId="{2D6AD1C3-8D7F-4612-A375-83CC0768339B}" destId="{D9E05532-F901-4EDE-9B92-7B83CD696D6E}" srcOrd="2" destOrd="0" presId="urn:microsoft.com/office/officeart/2018/2/layout/IconVerticalSolidList"/>
    <dgm:cxn modelId="{C891D581-ECC2-41A4-AAAE-0734DA327545}" type="presParOf" srcId="{2D6AD1C3-8D7F-4612-A375-83CC0768339B}" destId="{CB5A262D-9A5D-4CB1-9494-FA262A6D6AF8}" srcOrd="3" destOrd="0" presId="urn:microsoft.com/office/officeart/2018/2/layout/IconVerticalSolidList"/>
    <dgm:cxn modelId="{DDADCF0B-3857-421F-A8B2-84165E7A32EF}" type="presParOf" srcId="{9F99DAB2-022D-48C3-AE82-AC623BD95B4F}" destId="{8268C4BE-9484-45DE-A5CA-D7A50EACCE9D}" srcOrd="3" destOrd="0" presId="urn:microsoft.com/office/officeart/2018/2/layout/IconVerticalSolidList"/>
    <dgm:cxn modelId="{B6B86425-6FCB-4E43-A7A2-76DBE1FA7919}" type="presParOf" srcId="{9F99DAB2-022D-48C3-AE82-AC623BD95B4F}" destId="{03B71199-9899-4230-808D-309754E0729F}" srcOrd="4" destOrd="0" presId="urn:microsoft.com/office/officeart/2018/2/layout/IconVerticalSolidList"/>
    <dgm:cxn modelId="{9E92290B-77C2-4FCA-A511-215A8D37118D}" type="presParOf" srcId="{03B71199-9899-4230-808D-309754E0729F}" destId="{0E0CB8FE-A999-491D-A8F6-7041A86BBC5E}" srcOrd="0" destOrd="0" presId="urn:microsoft.com/office/officeart/2018/2/layout/IconVerticalSolidList"/>
    <dgm:cxn modelId="{FCA91D91-2435-4771-B11F-774BDFE4A22B}" type="presParOf" srcId="{03B71199-9899-4230-808D-309754E0729F}" destId="{96CA2DA6-ED4D-4B2D-B808-9F2596ED207C}" srcOrd="1" destOrd="0" presId="urn:microsoft.com/office/officeart/2018/2/layout/IconVerticalSolidList"/>
    <dgm:cxn modelId="{0A4F751C-E9E2-46BF-8BC2-2ACFF797EF35}" type="presParOf" srcId="{03B71199-9899-4230-808D-309754E0729F}" destId="{6B6F1AB1-3E2C-4193-923D-80CC53B590F6}" srcOrd="2" destOrd="0" presId="urn:microsoft.com/office/officeart/2018/2/layout/IconVerticalSolidList"/>
    <dgm:cxn modelId="{8DCBFC0F-96A6-4296-A92D-F8CA35CDF2A2}" type="presParOf" srcId="{03B71199-9899-4230-808D-309754E0729F}" destId="{9FA6FCFE-3F0A-4830-9715-5FAC41BC70D1}" srcOrd="3" destOrd="0" presId="urn:microsoft.com/office/officeart/2018/2/layout/IconVerticalSolidList"/>
    <dgm:cxn modelId="{82629C8E-2894-4CDF-BD4D-238A62F0899B}" type="presParOf" srcId="{9F99DAB2-022D-48C3-AE82-AC623BD95B4F}" destId="{CA7116A9-6592-4E82-9D1D-AED005526C4D}" srcOrd="5" destOrd="0" presId="urn:microsoft.com/office/officeart/2018/2/layout/IconVerticalSolidList"/>
    <dgm:cxn modelId="{82C0417B-2079-48BB-AEF0-543E8F58AFD3}" type="presParOf" srcId="{9F99DAB2-022D-48C3-AE82-AC623BD95B4F}" destId="{CB6DF171-E618-4126-B5D3-2CA9EC60C88A}" srcOrd="6" destOrd="0" presId="urn:microsoft.com/office/officeart/2018/2/layout/IconVerticalSolidList"/>
    <dgm:cxn modelId="{0484337F-3CD2-485F-B4C2-EF0C25096CAB}" type="presParOf" srcId="{CB6DF171-E618-4126-B5D3-2CA9EC60C88A}" destId="{92B9C281-675A-4D17-8C2D-FBEAEC887BA8}" srcOrd="0" destOrd="0" presId="urn:microsoft.com/office/officeart/2018/2/layout/IconVerticalSolidList"/>
    <dgm:cxn modelId="{762A6D0B-6D66-40BE-8023-EC65FDD4F72E}" type="presParOf" srcId="{CB6DF171-E618-4126-B5D3-2CA9EC60C88A}" destId="{841573A1-24C2-4EB6-BE03-F9BC8C516D32}" srcOrd="1" destOrd="0" presId="urn:microsoft.com/office/officeart/2018/2/layout/IconVerticalSolidList"/>
    <dgm:cxn modelId="{A33B7A2F-939D-496A-AE19-2CE524197FDE}" type="presParOf" srcId="{CB6DF171-E618-4126-B5D3-2CA9EC60C88A}" destId="{58C09326-9B94-4759-BD3D-E2060F8D9656}" srcOrd="2" destOrd="0" presId="urn:microsoft.com/office/officeart/2018/2/layout/IconVerticalSolidList"/>
    <dgm:cxn modelId="{B00708AA-F7E8-44E9-AB59-301F7718149E}" type="presParOf" srcId="{CB6DF171-E618-4126-B5D3-2CA9EC60C88A}" destId="{7401E858-8668-4F71-B3AD-C9E7E5272D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2BA6D2-26D3-455A-8F77-587037DC02D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82BCE58-23D6-4AD8-8966-0107F431FFDA}">
      <dgm:prSet/>
      <dgm:spPr/>
      <dgm:t>
        <a:bodyPr/>
        <a:lstStyle/>
        <a:p>
          <a:r>
            <a:rPr lang="en-US"/>
            <a:t>Rota Sapması (Heading Dev): Mevcut rota ile hedef rota arasındaki fark 15°'yi aşarsa kırmızı yanıp sönen ikaz.</a:t>
          </a:r>
        </a:p>
      </dgm:t>
    </dgm:pt>
    <dgm:pt modelId="{7C3D6393-49EF-4766-94AA-7EE28FB06434}" type="parTrans" cxnId="{E44EEB6F-8ED6-40DB-BEEF-7A08BC59C4A7}">
      <dgm:prSet/>
      <dgm:spPr/>
      <dgm:t>
        <a:bodyPr/>
        <a:lstStyle/>
        <a:p>
          <a:endParaRPr lang="en-US"/>
        </a:p>
      </dgm:t>
    </dgm:pt>
    <dgm:pt modelId="{B7CF12E4-9AA4-40DD-BC97-AEBB22739DA6}" type="sibTrans" cxnId="{E44EEB6F-8ED6-40DB-BEEF-7A08BC59C4A7}">
      <dgm:prSet/>
      <dgm:spPr/>
      <dgm:t>
        <a:bodyPr/>
        <a:lstStyle/>
        <a:p>
          <a:endParaRPr lang="en-US"/>
        </a:p>
      </dgm:t>
    </dgm:pt>
    <dgm:pt modelId="{188E8FCD-83FA-49E6-856D-DEE27618CB98}">
      <dgm:prSet/>
      <dgm:spPr/>
      <dgm:t>
        <a:bodyPr/>
        <a:lstStyle/>
        <a:p>
          <a:r>
            <a:rPr lang="en-US"/>
            <a:t>Kayma Uyarısı (Drift Alert): Jiroskop kayması 5°'yi geçtiğinde metin rengi kırmızıya döner.</a:t>
          </a:r>
        </a:p>
      </dgm:t>
    </dgm:pt>
    <dgm:pt modelId="{E576610A-0EC1-4833-BBF8-44AB5CE50F8B}" type="parTrans" cxnId="{C54B3FB8-FE1A-4BCB-B1A9-810A859A12FC}">
      <dgm:prSet/>
      <dgm:spPr/>
      <dgm:t>
        <a:bodyPr/>
        <a:lstStyle/>
        <a:p>
          <a:endParaRPr lang="en-US"/>
        </a:p>
      </dgm:t>
    </dgm:pt>
    <dgm:pt modelId="{79085B7D-DB15-456D-89DB-ACC2B4CB293F}" type="sibTrans" cxnId="{C54B3FB8-FE1A-4BCB-B1A9-810A859A12FC}">
      <dgm:prSet/>
      <dgm:spPr/>
      <dgm:t>
        <a:bodyPr/>
        <a:lstStyle/>
        <a:p>
          <a:endParaRPr lang="en-US"/>
        </a:p>
      </dgm:t>
    </dgm:pt>
    <dgm:pt modelId="{C7CEBFAC-5262-4DDA-8825-256B54F9B4D9}">
      <dgm:prSet/>
      <dgm:spPr/>
      <dgm:t>
        <a:bodyPr/>
        <a:lstStyle/>
        <a:p>
          <a:r>
            <a:rPr lang="en-US"/>
            <a:t>Sistem Arızası (Failure Mode): 'F' tuşu ile aktifleşir. Kırmızı 'X' işareti ve 'HDG FAIL' uyarısı verilir.</a:t>
          </a:r>
        </a:p>
      </dgm:t>
    </dgm:pt>
    <dgm:pt modelId="{4772E14E-E325-4530-99D6-420DC7BCF94F}" type="parTrans" cxnId="{DBD036EB-72E9-4E33-BA5A-5DEBFB38882B}">
      <dgm:prSet/>
      <dgm:spPr/>
      <dgm:t>
        <a:bodyPr/>
        <a:lstStyle/>
        <a:p>
          <a:endParaRPr lang="en-US"/>
        </a:p>
      </dgm:t>
    </dgm:pt>
    <dgm:pt modelId="{566DE4E1-5E32-45AA-A5D3-9FE766530EE5}" type="sibTrans" cxnId="{DBD036EB-72E9-4E33-BA5A-5DEBFB38882B}">
      <dgm:prSet/>
      <dgm:spPr/>
      <dgm:t>
        <a:bodyPr/>
        <a:lstStyle/>
        <a:p>
          <a:endParaRPr lang="en-US"/>
        </a:p>
      </dgm:t>
    </dgm:pt>
    <dgm:pt modelId="{F00F1CEC-F012-45EF-8B1D-63FE8C0A25EB}" type="pres">
      <dgm:prSet presAssocID="{302BA6D2-26D3-455A-8F77-587037DC02D8}" presName="root" presStyleCnt="0">
        <dgm:presLayoutVars>
          <dgm:dir/>
          <dgm:resizeHandles val="exact"/>
        </dgm:presLayoutVars>
      </dgm:prSet>
      <dgm:spPr/>
    </dgm:pt>
    <dgm:pt modelId="{4E6F8308-3A34-4A48-94BF-3BEFF33CABD4}" type="pres">
      <dgm:prSet presAssocID="{782BCE58-23D6-4AD8-8966-0107F431FFDA}" presName="compNode" presStyleCnt="0"/>
      <dgm:spPr/>
    </dgm:pt>
    <dgm:pt modelId="{66894A95-19FE-4C79-9E4D-64D8EA953970}" type="pres">
      <dgm:prSet presAssocID="{782BCE58-23D6-4AD8-8966-0107F431FFDA}" presName="bgRect" presStyleLbl="bgShp" presStyleIdx="0" presStyleCnt="3"/>
      <dgm:spPr/>
    </dgm:pt>
    <dgm:pt modelId="{8F917E80-E7DA-44B3-8696-59F751860F89}" type="pres">
      <dgm:prSet presAssocID="{782BCE58-23D6-4AD8-8966-0107F431FF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def merkezi"/>
        </a:ext>
      </dgm:extLst>
    </dgm:pt>
    <dgm:pt modelId="{5F429A61-85BB-4F62-8AC9-7B8EBB7489AF}" type="pres">
      <dgm:prSet presAssocID="{782BCE58-23D6-4AD8-8966-0107F431FFDA}" presName="spaceRect" presStyleCnt="0"/>
      <dgm:spPr/>
    </dgm:pt>
    <dgm:pt modelId="{92184EA1-E91E-499B-8214-2DF5E93BAC4C}" type="pres">
      <dgm:prSet presAssocID="{782BCE58-23D6-4AD8-8966-0107F431FFDA}" presName="parTx" presStyleLbl="revTx" presStyleIdx="0" presStyleCnt="3">
        <dgm:presLayoutVars>
          <dgm:chMax val="0"/>
          <dgm:chPref val="0"/>
        </dgm:presLayoutVars>
      </dgm:prSet>
      <dgm:spPr/>
    </dgm:pt>
    <dgm:pt modelId="{E616C907-4524-4294-89E8-8A15C9C63FF1}" type="pres">
      <dgm:prSet presAssocID="{B7CF12E4-9AA4-40DD-BC97-AEBB22739DA6}" presName="sibTrans" presStyleCnt="0"/>
      <dgm:spPr/>
    </dgm:pt>
    <dgm:pt modelId="{B82B663D-D777-4E8D-82D2-032E38055FFF}" type="pres">
      <dgm:prSet presAssocID="{188E8FCD-83FA-49E6-856D-DEE27618CB98}" presName="compNode" presStyleCnt="0"/>
      <dgm:spPr/>
    </dgm:pt>
    <dgm:pt modelId="{BD490767-37A3-4F07-8B36-EBC9079FF48F}" type="pres">
      <dgm:prSet presAssocID="{188E8FCD-83FA-49E6-856D-DEE27618CB98}" presName="bgRect" presStyleLbl="bgShp" presStyleIdx="1" presStyleCnt="3"/>
      <dgm:spPr/>
    </dgm:pt>
    <dgm:pt modelId="{20C37076-0AFE-4F14-86FF-2DA7ADA5FAB4}" type="pres">
      <dgm:prSet presAssocID="{188E8FCD-83FA-49E6-856D-DEE27618CB9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95104BE5-74F9-4CA6-B241-B17C6E2B6F09}" type="pres">
      <dgm:prSet presAssocID="{188E8FCD-83FA-49E6-856D-DEE27618CB98}" presName="spaceRect" presStyleCnt="0"/>
      <dgm:spPr/>
    </dgm:pt>
    <dgm:pt modelId="{D1D14BF0-8CC1-4E31-ABF2-B43933F50085}" type="pres">
      <dgm:prSet presAssocID="{188E8FCD-83FA-49E6-856D-DEE27618CB98}" presName="parTx" presStyleLbl="revTx" presStyleIdx="1" presStyleCnt="3">
        <dgm:presLayoutVars>
          <dgm:chMax val="0"/>
          <dgm:chPref val="0"/>
        </dgm:presLayoutVars>
      </dgm:prSet>
      <dgm:spPr/>
    </dgm:pt>
    <dgm:pt modelId="{BDD507BB-4D38-4F67-9BBE-93BE72BECDE6}" type="pres">
      <dgm:prSet presAssocID="{79085B7D-DB15-456D-89DB-ACC2B4CB293F}" presName="sibTrans" presStyleCnt="0"/>
      <dgm:spPr/>
    </dgm:pt>
    <dgm:pt modelId="{0FAA7DFC-5297-4986-9EE1-115A29BB7B07}" type="pres">
      <dgm:prSet presAssocID="{C7CEBFAC-5262-4DDA-8825-256B54F9B4D9}" presName="compNode" presStyleCnt="0"/>
      <dgm:spPr/>
    </dgm:pt>
    <dgm:pt modelId="{3A15BD35-08E2-4740-B7AA-AF77526D17B1}" type="pres">
      <dgm:prSet presAssocID="{C7CEBFAC-5262-4DDA-8825-256B54F9B4D9}" presName="bgRect" presStyleLbl="bgShp" presStyleIdx="2" presStyleCnt="3"/>
      <dgm:spPr/>
    </dgm:pt>
    <dgm:pt modelId="{C0E505CE-BBDE-41F4-83AF-5828AA30539F}" type="pres">
      <dgm:prSet presAssocID="{C7CEBFAC-5262-4DDA-8825-256B54F9B4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yerarşi"/>
        </a:ext>
      </dgm:extLst>
    </dgm:pt>
    <dgm:pt modelId="{524B3B4B-C514-473A-8794-6B0E1D80206A}" type="pres">
      <dgm:prSet presAssocID="{C7CEBFAC-5262-4DDA-8825-256B54F9B4D9}" presName="spaceRect" presStyleCnt="0"/>
      <dgm:spPr/>
    </dgm:pt>
    <dgm:pt modelId="{092691A5-6B20-4C6D-9EFC-E21DCBDD6C0A}" type="pres">
      <dgm:prSet presAssocID="{C7CEBFAC-5262-4DDA-8825-256B54F9B4D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1C30C1B-9859-4112-BA73-8E23939C90ED}" type="presOf" srcId="{782BCE58-23D6-4AD8-8966-0107F431FFDA}" destId="{92184EA1-E91E-499B-8214-2DF5E93BAC4C}" srcOrd="0" destOrd="0" presId="urn:microsoft.com/office/officeart/2018/2/layout/IconVerticalSolidList"/>
    <dgm:cxn modelId="{E44EEB6F-8ED6-40DB-BEEF-7A08BC59C4A7}" srcId="{302BA6D2-26D3-455A-8F77-587037DC02D8}" destId="{782BCE58-23D6-4AD8-8966-0107F431FFDA}" srcOrd="0" destOrd="0" parTransId="{7C3D6393-49EF-4766-94AA-7EE28FB06434}" sibTransId="{B7CF12E4-9AA4-40DD-BC97-AEBB22739DA6}"/>
    <dgm:cxn modelId="{AD400A7A-9B44-4332-A2AE-5A429A1181C4}" type="presOf" srcId="{188E8FCD-83FA-49E6-856D-DEE27618CB98}" destId="{D1D14BF0-8CC1-4E31-ABF2-B43933F50085}" srcOrd="0" destOrd="0" presId="urn:microsoft.com/office/officeart/2018/2/layout/IconVerticalSolidList"/>
    <dgm:cxn modelId="{A045E28D-BA20-4771-8E58-88B4AE533119}" type="presOf" srcId="{302BA6D2-26D3-455A-8F77-587037DC02D8}" destId="{F00F1CEC-F012-45EF-8B1D-63FE8C0A25EB}" srcOrd="0" destOrd="0" presId="urn:microsoft.com/office/officeart/2018/2/layout/IconVerticalSolidList"/>
    <dgm:cxn modelId="{C54B3FB8-FE1A-4BCB-B1A9-810A859A12FC}" srcId="{302BA6D2-26D3-455A-8F77-587037DC02D8}" destId="{188E8FCD-83FA-49E6-856D-DEE27618CB98}" srcOrd="1" destOrd="0" parTransId="{E576610A-0EC1-4833-BBF8-44AB5CE50F8B}" sibTransId="{79085B7D-DB15-456D-89DB-ACC2B4CB293F}"/>
    <dgm:cxn modelId="{1C0F77DF-A355-455C-91B7-4C711A2B453D}" type="presOf" srcId="{C7CEBFAC-5262-4DDA-8825-256B54F9B4D9}" destId="{092691A5-6B20-4C6D-9EFC-E21DCBDD6C0A}" srcOrd="0" destOrd="0" presId="urn:microsoft.com/office/officeart/2018/2/layout/IconVerticalSolidList"/>
    <dgm:cxn modelId="{DBD036EB-72E9-4E33-BA5A-5DEBFB38882B}" srcId="{302BA6D2-26D3-455A-8F77-587037DC02D8}" destId="{C7CEBFAC-5262-4DDA-8825-256B54F9B4D9}" srcOrd="2" destOrd="0" parTransId="{4772E14E-E325-4530-99D6-420DC7BCF94F}" sibTransId="{566DE4E1-5E32-45AA-A5D3-9FE766530EE5}"/>
    <dgm:cxn modelId="{EE175BDE-9CBE-4800-950E-D3CAE63DEC25}" type="presParOf" srcId="{F00F1CEC-F012-45EF-8B1D-63FE8C0A25EB}" destId="{4E6F8308-3A34-4A48-94BF-3BEFF33CABD4}" srcOrd="0" destOrd="0" presId="urn:microsoft.com/office/officeart/2018/2/layout/IconVerticalSolidList"/>
    <dgm:cxn modelId="{F42685C7-36E2-4EF6-8252-6F3BDBC578A0}" type="presParOf" srcId="{4E6F8308-3A34-4A48-94BF-3BEFF33CABD4}" destId="{66894A95-19FE-4C79-9E4D-64D8EA953970}" srcOrd="0" destOrd="0" presId="urn:microsoft.com/office/officeart/2018/2/layout/IconVerticalSolidList"/>
    <dgm:cxn modelId="{36C8985D-DC02-46C8-962D-7CCDEF15804C}" type="presParOf" srcId="{4E6F8308-3A34-4A48-94BF-3BEFF33CABD4}" destId="{8F917E80-E7DA-44B3-8696-59F751860F89}" srcOrd="1" destOrd="0" presId="urn:microsoft.com/office/officeart/2018/2/layout/IconVerticalSolidList"/>
    <dgm:cxn modelId="{C6AD067F-DA63-4194-BF8F-3DF56403EE62}" type="presParOf" srcId="{4E6F8308-3A34-4A48-94BF-3BEFF33CABD4}" destId="{5F429A61-85BB-4F62-8AC9-7B8EBB7489AF}" srcOrd="2" destOrd="0" presId="urn:microsoft.com/office/officeart/2018/2/layout/IconVerticalSolidList"/>
    <dgm:cxn modelId="{008A78DA-14B1-4414-B0F8-CAABA35CBFBD}" type="presParOf" srcId="{4E6F8308-3A34-4A48-94BF-3BEFF33CABD4}" destId="{92184EA1-E91E-499B-8214-2DF5E93BAC4C}" srcOrd="3" destOrd="0" presId="urn:microsoft.com/office/officeart/2018/2/layout/IconVerticalSolidList"/>
    <dgm:cxn modelId="{5F8D5794-1E62-4A0D-B795-A40BE2656853}" type="presParOf" srcId="{F00F1CEC-F012-45EF-8B1D-63FE8C0A25EB}" destId="{E616C907-4524-4294-89E8-8A15C9C63FF1}" srcOrd="1" destOrd="0" presId="urn:microsoft.com/office/officeart/2018/2/layout/IconVerticalSolidList"/>
    <dgm:cxn modelId="{C0A483A6-8821-4890-8510-7F714583902A}" type="presParOf" srcId="{F00F1CEC-F012-45EF-8B1D-63FE8C0A25EB}" destId="{B82B663D-D777-4E8D-82D2-032E38055FFF}" srcOrd="2" destOrd="0" presId="urn:microsoft.com/office/officeart/2018/2/layout/IconVerticalSolidList"/>
    <dgm:cxn modelId="{21CDDA61-49A9-4624-99AD-334B4D986F55}" type="presParOf" srcId="{B82B663D-D777-4E8D-82D2-032E38055FFF}" destId="{BD490767-37A3-4F07-8B36-EBC9079FF48F}" srcOrd="0" destOrd="0" presId="urn:microsoft.com/office/officeart/2018/2/layout/IconVerticalSolidList"/>
    <dgm:cxn modelId="{B62FD04B-DB63-4CBE-9F06-9568E9CA55D1}" type="presParOf" srcId="{B82B663D-D777-4E8D-82D2-032E38055FFF}" destId="{20C37076-0AFE-4F14-86FF-2DA7ADA5FAB4}" srcOrd="1" destOrd="0" presId="urn:microsoft.com/office/officeart/2018/2/layout/IconVerticalSolidList"/>
    <dgm:cxn modelId="{0321DCD5-EA62-408E-B1A0-B95BA72B2033}" type="presParOf" srcId="{B82B663D-D777-4E8D-82D2-032E38055FFF}" destId="{95104BE5-74F9-4CA6-B241-B17C6E2B6F09}" srcOrd="2" destOrd="0" presId="urn:microsoft.com/office/officeart/2018/2/layout/IconVerticalSolidList"/>
    <dgm:cxn modelId="{410A85ED-44F3-4067-96F3-F768A862BCE9}" type="presParOf" srcId="{B82B663D-D777-4E8D-82D2-032E38055FFF}" destId="{D1D14BF0-8CC1-4E31-ABF2-B43933F50085}" srcOrd="3" destOrd="0" presId="urn:microsoft.com/office/officeart/2018/2/layout/IconVerticalSolidList"/>
    <dgm:cxn modelId="{5913D637-0B50-4915-9F09-DC7CF77108BC}" type="presParOf" srcId="{F00F1CEC-F012-45EF-8B1D-63FE8C0A25EB}" destId="{BDD507BB-4D38-4F67-9BBE-93BE72BECDE6}" srcOrd="3" destOrd="0" presId="urn:microsoft.com/office/officeart/2018/2/layout/IconVerticalSolidList"/>
    <dgm:cxn modelId="{CF2E824C-819A-429D-9802-81C735786A21}" type="presParOf" srcId="{F00F1CEC-F012-45EF-8B1D-63FE8C0A25EB}" destId="{0FAA7DFC-5297-4986-9EE1-115A29BB7B07}" srcOrd="4" destOrd="0" presId="urn:microsoft.com/office/officeart/2018/2/layout/IconVerticalSolidList"/>
    <dgm:cxn modelId="{4FA655E0-4002-4857-B5AD-1D7067E66464}" type="presParOf" srcId="{0FAA7DFC-5297-4986-9EE1-115A29BB7B07}" destId="{3A15BD35-08E2-4740-B7AA-AF77526D17B1}" srcOrd="0" destOrd="0" presId="urn:microsoft.com/office/officeart/2018/2/layout/IconVerticalSolidList"/>
    <dgm:cxn modelId="{2DF87200-E630-4CE6-9059-673D5D149B0C}" type="presParOf" srcId="{0FAA7DFC-5297-4986-9EE1-115A29BB7B07}" destId="{C0E505CE-BBDE-41F4-83AF-5828AA30539F}" srcOrd="1" destOrd="0" presId="urn:microsoft.com/office/officeart/2018/2/layout/IconVerticalSolidList"/>
    <dgm:cxn modelId="{2E493E12-1016-47CC-BEFF-C6BD7F9F36BF}" type="presParOf" srcId="{0FAA7DFC-5297-4986-9EE1-115A29BB7B07}" destId="{524B3B4B-C514-473A-8794-6B0E1D80206A}" srcOrd="2" destOrd="0" presId="urn:microsoft.com/office/officeart/2018/2/layout/IconVerticalSolidList"/>
    <dgm:cxn modelId="{BF2CD55E-77C5-4B86-A88C-5BAE1C26F807}" type="presParOf" srcId="{0FAA7DFC-5297-4986-9EE1-115A29BB7B07}" destId="{092691A5-6B20-4C6D-9EFC-E21DCBDD6C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AE2FD5-1F12-485A-8657-E54A321475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55FA3BF-677C-448E-AA83-05DD84CE96B8}">
      <dgm:prSet/>
      <dgm:spPr/>
      <dgm:t>
        <a:bodyPr/>
        <a:lstStyle/>
        <a:p>
          <a:r>
            <a:rPr lang="en-US"/>
            <a:t>Otomatik Uçuş (Autoplay): 'S' tuşu veya AUTOPILOT butonu ile aktifleşir.</a:t>
          </a:r>
        </a:p>
      </dgm:t>
    </dgm:pt>
    <dgm:pt modelId="{C1205AF3-0592-4C6F-83E8-A55704DC5D8C}" type="parTrans" cxnId="{E6F5E49A-7299-4179-A6C8-10C47FB37B15}">
      <dgm:prSet/>
      <dgm:spPr/>
      <dgm:t>
        <a:bodyPr/>
        <a:lstStyle/>
        <a:p>
          <a:endParaRPr lang="en-US"/>
        </a:p>
      </dgm:t>
    </dgm:pt>
    <dgm:pt modelId="{54C01280-D111-476C-9552-9A70845E0FA6}" type="sibTrans" cxnId="{E6F5E49A-7299-4179-A6C8-10C47FB37B15}">
      <dgm:prSet/>
      <dgm:spPr/>
      <dgm:t>
        <a:bodyPr/>
        <a:lstStyle/>
        <a:p>
          <a:endParaRPr lang="en-US"/>
        </a:p>
      </dgm:t>
    </dgm:pt>
    <dgm:pt modelId="{1B307819-3A76-42AB-9BA0-A7E4701E5A02}">
      <dgm:prSet/>
      <dgm:spPr/>
      <dgm:t>
        <a:bodyPr/>
        <a:lstStyle/>
        <a:p>
          <a:r>
            <a:rPr lang="en-US"/>
            <a:t>Senaryo: Uçak, önceden tanımlanmış zaman ve hedef rota noktalarına göre otomatik uçar.</a:t>
          </a:r>
        </a:p>
      </dgm:t>
    </dgm:pt>
    <dgm:pt modelId="{48048939-6FF2-4EDB-B266-77EDDFFA0D05}" type="parTrans" cxnId="{6E28AFFC-571C-4AF7-9FB6-7D8CE18C8113}">
      <dgm:prSet/>
      <dgm:spPr/>
      <dgm:t>
        <a:bodyPr/>
        <a:lstStyle/>
        <a:p>
          <a:endParaRPr lang="en-US"/>
        </a:p>
      </dgm:t>
    </dgm:pt>
    <dgm:pt modelId="{B6B89620-A743-45DF-AE62-A7858F38DBE4}" type="sibTrans" cxnId="{6E28AFFC-571C-4AF7-9FB6-7D8CE18C8113}">
      <dgm:prSet/>
      <dgm:spPr/>
      <dgm:t>
        <a:bodyPr/>
        <a:lstStyle/>
        <a:p>
          <a:endParaRPr lang="en-US"/>
        </a:p>
      </dgm:t>
    </dgm:pt>
    <dgm:pt modelId="{C6068C81-5CAD-4E38-890A-A53C8DF6E7B4}">
      <dgm:prSet/>
      <dgm:spPr/>
      <dgm:t>
        <a:bodyPr/>
        <a:lstStyle/>
        <a:p>
          <a:r>
            <a:rPr lang="en-US"/>
            <a:t>Mekanik: En kısa dönüş açısı (shortest angle difference) hesaplanarak akıcı manevralar uygulanır.</a:t>
          </a:r>
        </a:p>
      </dgm:t>
    </dgm:pt>
    <dgm:pt modelId="{5851CD8D-270F-46E1-BD12-BA5ADD685F72}" type="parTrans" cxnId="{3D8A2781-B0BD-475A-99B6-6AB1544B8B4D}">
      <dgm:prSet/>
      <dgm:spPr/>
      <dgm:t>
        <a:bodyPr/>
        <a:lstStyle/>
        <a:p>
          <a:endParaRPr lang="en-US"/>
        </a:p>
      </dgm:t>
    </dgm:pt>
    <dgm:pt modelId="{6C62CAC8-B058-41CE-9458-5EAFED8D8E8F}" type="sibTrans" cxnId="{3D8A2781-B0BD-475A-99B6-6AB1544B8B4D}">
      <dgm:prSet/>
      <dgm:spPr/>
      <dgm:t>
        <a:bodyPr/>
        <a:lstStyle/>
        <a:p>
          <a:endParaRPr lang="en-US"/>
        </a:p>
      </dgm:t>
    </dgm:pt>
    <dgm:pt modelId="{FB036248-6053-425A-8739-00F72559FC54}" type="pres">
      <dgm:prSet presAssocID="{86AE2FD5-1F12-485A-8657-E54A321475E6}" presName="root" presStyleCnt="0">
        <dgm:presLayoutVars>
          <dgm:dir/>
          <dgm:resizeHandles val="exact"/>
        </dgm:presLayoutVars>
      </dgm:prSet>
      <dgm:spPr/>
    </dgm:pt>
    <dgm:pt modelId="{27C70A7D-BB52-4C0E-9B78-0D64B82C2B0D}" type="pres">
      <dgm:prSet presAssocID="{A55FA3BF-677C-448E-AA83-05DD84CE96B8}" presName="compNode" presStyleCnt="0"/>
      <dgm:spPr/>
    </dgm:pt>
    <dgm:pt modelId="{50F2B5CB-51A2-416F-8BCB-AC2A6E95DBEE}" type="pres">
      <dgm:prSet presAssocID="{A55FA3BF-677C-448E-AA83-05DD84CE96B8}" presName="bgRect" presStyleLbl="bgShp" presStyleIdx="0" presStyleCnt="3"/>
      <dgm:spPr/>
    </dgm:pt>
    <dgm:pt modelId="{3EF055AA-38EB-4FB7-8EBC-C7CE1E5E24A2}" type="pres">
      <dgm:prSet presAssocID="{A55FA3BF-677C-448E-AA83-05DD84CE96B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kopter"/>
        </a:ext>
      </dgm:extLst>
    </dgm:pt>
    <dgm:pt modelId="{AECB3ED4-B6F6-4893-8BF9-6B55A2CE790E}" type="pres">
      <dgm:prSet presAssocID="{A55FA3BF-677C-448E-AA83-05DD84CE96B8}" presName="spaceRect" presStyleCnt="0"/>
      <dgm:spPr/>
    </dgm:pt>
    <dgm:pt modelId="{2B0BFAA2-D6FB-489E-8D6E-8C41B2B25D2A}" type="pres">
      <dgm:prSet presAssocID="{A55FA3BF-677C-448E-AA83-05DD84CE96B8}" presName="parTx" presStyleLbl="revTx" presStyleIdx="0" presStyleCnt="3">
        <dgm:presLayoutVars>
          <dgm:chMax val="0"/>
          <dgm:chPref val="0"/>
        </dgm:presLayoutVars>
      </dgm:prSet>
      <dgm:spPr/>
    </dgm:pt>
    <dgm:pt modelId="{B71869BC-6932-49FB-BB6F-8B254EB84E1A}" type="pres">
      <dgm:prSet presAssocID="{54C01280-D111-476C-9552-9A70845E0FA6}" presName="sibTrans" presStyleCnt="0"/>
      <dgm:spPr/>
    </dgm:pt>
    <dgm:pt modelId="{73150823-487E-4F2E-B04C-0A21147BFC71}" type="pres">
      <dgm:prSet presAssocID="{1B307819-3A76-42AB-9BA0-A7E4701E5A02}" presName="compNode" presStyleCnt="0"/>
      <dgm:spPr/>
    </dgm:pt>
    <dgm:pt modelId="{70ACC3B8-5C5B-4A8E-9172-8F7FB4A87606}" type="pres">
      <dgm:prSet presAssocID="{1B307819-3A76-42AB-9BA0-A7E4701E5A02}" presName="bgRect" presStyleLbl="bgShp" presStyleIdx="1" presStyleCnt="3"/>
      <dgm:spPr/>
    </dgm:pt>
    <dgm:pt modelId="{E2923E96-4730-4840-A63E-91B5C36F2413}" type="pres">
      <dgm:prSet presAssocID="{1B307819-3A76-42AB-9BA0-A7E4701E5A0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çak"/>
        </a:ext>
      </dgm:extLst>
    </dgm:pt>
    <dgm:pt modelId="{6F5B5986-9909-4E64-92CC-CD3A7D3A796F}" type="pres">
      <dgm:prSet presAssocID="{1B307819-3A76-42AB-9BA0-A7E4701E5A02}" presName="spaceRect" presStyleCnt="0"/>
      <dgm:spPr/>
    </dgm:pt>
    <dgm:pt modelId="{EA7E54E6-3033-4052-800A-23670CA6F44D}" type="pres">
      <dgm:prSet presAssocID="{1B307819-3A76-42AB-9BA0-A7E4701E5A02}" presName="parTx" presStyleLbl="revTx" presStyleIdx="1" presStyleCnt="3">
        <dgm:presLayoutVars>
          <dgm:chMax val="0"/>
          <dgm:chPref val="0"/>
        </dgm:presLayoutVars>
      </dgm:prSet>
      <dgm:spPr/>
    </dgm:pt>
    <dgm:pt modelId="{2E32A55E-DDC4-4760-A21A-B17C485BF94C}" type="pres">
      <dgm:prSet presAssocID="{B6B89620-A743-45DF-AE62-A7858F38DBE4}" presName="sibTrans" presStyleCnt="0"/>
      <dgm:spPr/>
    </dgm:pt>
    <dgm:pt modelId="{DD9642FD-1817-4A0C-A8E6-82F5A2A806E5}" type="pres">
      <dgm:prSet presAssocID="{C6068C81-5CAD-4E38-890A-A53C8DF6E7B4}" presName="compNode" presStyleCnt="0"/>
      <dgm:spPr/>
    </dgm:pt>
    <dgm:pt modelId="{EA0480BC-EB6A-4B79-8251-6E213D519420}" type="pres">
      <dgm:prSet presAssocID="{C6068C81-5CAD-4E38-890A-A53C8DF6E7B4}" presName="bgRect" presStyleLbl="bgShp" presStyleIdx="2" presStyleCnt="3"/>
      <dgm:spPr/>
    </dgm:pt>
    <dgm:pt modelId="{90087FFC-F13A-4569-B6AF-65BDD26C301F}" type="pres">
      <dgm:prSet presAssocID="{C6068C81-5CAD-4E38-890A-A53C8DF6E7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ktrikçi"/>
        </a:ext>
      </dgm:extLst>
    </dgm:pt>
    <dgm:pt modelId="{7EE36D8B-74F4-424C-A81E-2CDCC199DA1D}" type="pres">
      <dgm:prSet presAssocID="{C6068C81-5CAD-4E38-890A-A53C8DF6E7B4}" presName="spaceRect" presStyleCnt="0"/>
      <dgm:spPr/>
    </dgm:pt>
    <dgm:pt modelId="{60C13865-BD56-4169-AD5F-45D6E0A6AEBB}" type="pres">
      <dgm:prSet presAssocID="{C6068C81-5CAD-4E38-890A-A53C8DF6E7B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2C0A86F-031E-441B-BE9E-8FD2CA948588}" type="presOf" srcId="{C6068C81-5CAD-4E38-890A-A53C8DF6E7B4}" destId="{60C13865-BD56-4169-AD5F-45D6E0A6AEBB}" srcOrd="0" destOrd="0" presId="urn:microsoft.com/office/officeart/2018/2/layout/IconVerticalSolidList"/>
    <dgm:cxn modelId="{3D8A2781-B0BD-475A-99B6-6AB1544B8B4D}" srcId="{86AE2FD5-1F12-485A-8657-E54A321475E6}" destId="{C6068C81-5CAD-4E38-890A-A53C8DF6E7B4}" srcOrd="2" destOrd="0" parTransId="{5851CD8D-270F-46E1-BD12-BA5ADD685F72}" sibTransId="{6C62CAC8-B058-41CE-9458-5EAFED8D8E8F}"/>
    <dgm:cxn modelId="{E6F5E49A-7299-4179-A6C8-10C47FB37B15}" srcId="{86AE2FD5-1F12-485A-8657-E54A321475E6}" destId="{A55FA3BF-677C-448E-AA83-05DD84CE96B8}" srcOrd="0" destOrd="0" parTransId="{C1205AF3-0592-4C6F-83E8-A55704DC5D8C}" sibTransId="{54C01280-D111-476C-9552-9A70845E0FA6}"/>
    <dgm:cxn modelId="{541CE0B5-0897-4207-9B7F-76FA8B758522}" type="presOf" srcId="{A55FA3BF-677C-448E-AA83-05DD84CE96B8}" destId="{2B0BFAA2-D6FB-489E-8D6E-8C41B2B25D2A}" srcOrd="0" destOrd="0" presId="urn:microsoft.com/office/officeart/2018/2/layout/IconVerticalSolidList"/>
    <dgm:cxn modelId="{19FBE3EA-E2F8-430D-BC4C-D100E2C62850}" type="presOf" srcId="{1B307819-3A76-42AB-9BA0-A7E4701E5A02}" destId="{EA7E54E6-3033-4052-800A-23670CA6F44D}" srcOrd="0" destOrd="0" presId="urn:microsoft.com/office/officeart/2018/2/layout/IconVerticalSolidList"/>
    <dgm:cxn modelId="{091AD6ED-EB2B-44BE-B0DA-0D5009425D92}" type="presOf" srcId="{86AE2FD5-1F12-485A-8657-E54A321475E6}" destId="{FB036248-6053-425A-8739-00F72559FC54}" srcOrd="0" destOrd="0" presId="urn:microsoft.com/office/officeart/2018/2/layout/IconVerticalSolidList"/>
    <dgm:cxn modelId="{6E28AFFC-571C-4AF7-9FB6-7D8CE18C8113}" srcId="{86AE2FD5-1F12-485A-8657-E54A321475E6}" destId="{1B307819-3A76-42AB-9BA0-A7E4701E5A02}" srcOrd="1" destOrd="0" parTransId="{48048939-6FF2-4EDB-B266-77EDDFFA0D05}" sibTransId="{B6B89620-A743-45DF-AE62-A7858F38DBE4}"/>
    <dgm:cxn modelId="{1FB09BFB-4A64-4DC7-9121-C8D14DEA2267}" type="presParOf" srcId="{FB036248-6053-425A-8739-00F72559FC54}" destId="{27C70A7D-BB52-4C0E-9B78-0D64B82C2B0D}" srcOrd="0" destOrd="0" presId="urn:microsoft.com/office/officeart/2018/2/layout/IconVerticalSolidList"/>
    <dgm:cxn modelId="{DCB6C6A4-654B-4881-A897-4A8A7E71A119}" type="presParOf" srcId="{27C70A7D-BB52-4C0E-9B78-0D64B82C2B0D}" destId="{50F2B5CB-51A2-416F-8BCB-AC2A6E95DBEE}" srcOrd="0" destOrd="0" presId="urn:microsoft.com/office/officeart/2018/2/layout/IconVerticalSolidList"/>
    <dgm:cxn modelId="{FD55EC71-95F7-438A-AE1E-DAF6AB57EBE4}" type="presParOf" srcId="{27C70A7D-BB52-4C0E-9B78-0D64B82C2B0D}" destId="{3EF055AA-38EB-4FB7-8EBC-C7CE1E5E24A2}" srcOrd="1" destOrd="0" presId="urn:microsoft.com/office/officeart/2018/2/layout/IconVerticalSolidList"/>
    <dgm:cxn modelId="{156C1A45-2F73-4EC1-89E9-5087F320E229}" type="presParOf" srcId="{27C70A7D-BB52-4C0E-9B78-0D64B82C2B0D}" destId="{AECB3ED4-B6F6-4893-8BF9-6B55A2CE790E}" srcOrd="2" destOrd="0" presId="urn:microsoft.com/office/officeart/2018/2/layout/IconVerticalSolidList"/>
    <dgm:cxn modelId="{2D097EF6-B33E-4FCD-97D1-847C19196443}" type="presParOf" srcId="{27C70A7D-BB52-4C0E-9B78-0D64B82C2B0D}" destId="{2B0BFAA2-D6FB-489E-8D6E-8C41B2B25D2A}" srcOrd="3" destOrd="0" presId="urn:microsoft.com/office/officeart/2018/2/layout/IconVerticalSolidList"/>
    <dgm:cxn modelId="{46177333-7C9D-4DE5-A954-BD914E03B1A5}" type="presParOf" srcId="{FB036248-6053-425A-8739-00F72559FC54}" destId="{B71869BC-6932-49FB-BB6F-8B254EB84E1A}" srcOrd="1" destOrd="0" presId="urn:microsoft.com/office/officeart/2018/2/layout/IconVerticalSolidList"/>
    <dgm:cxn modelId="{20916EA0-2A23-40A9-B376-E57A464C9744}" type="presParOf" srcId="{FB036248-6053-425A-8739-00F72559FC54}" destId="{73150823-487E-4F2E-B04C-0A21147BFC71}" srcOrd="2" destOrd="0" presId="urn:microsoft.com/office/officeart/2018/2/layout/IconVerticalSolidList"/>
    <dgm:cxn modelId="{406DDF06-0106-4AB8-8FA7-CC6466D87E99}" type="presParOf" srcId="{73150823-487E-4F2E-B04C-0A21147BFC71}" destId="{70ACC3B8-5C5B-4A8E-9172-8F7FB4A87606}" srcOrd="0" destOrd="0" presId="urn:microsoft.com/office/officeart/2018/2/layout/IconVerticalSolidList"/>
    <dgm:cxn modelId="{5BEF8318-E2A0-4EB9-8964-60F82E7BAD4E}" type="presParOf" srcId="{73150823-487E-4F2E-B04C-0A21147BFC71}" destId="{E2923E96-4730-4840-A63E-91B5C36F2413}" srcOrd="1" destOrd="0" presId="urn:microsoft.com/office/officeart/2018/2/layout/IconVerticalSolidList"/>
    <dgm:cxn modelId="{EA4063BE-C9B7-4D4F-BA39-1AD41E0BD391}" type="presParOf" srcId="{73150823-487E-4F2E-B04C-0A21147BFC71}" destId="{6F5B5986-9909-4E64-92CC-CD3A7D3A796F}" srcOrd="2" destOrd="0" presId="urn:microsoft.com/office/officeart/2018/2/layout/IconVerticalSolidList"/>
    <dgm:cxn modelId="{3DD582BE-5AB7-4C65-BB88-5D6D2850B915}" type="presParOf" srcId="{73150823-487E-4F2E-B04C-0A21147BFC71}" destId="{EA7E54E6-3033-4052-800A-23670CA6F44D}" srcOrd="3" destOrd="0" presId="urn:microsoft.com/office/officeart/2018/2/layout/IconVerticalSolidList"/>
    <dgm:cxn modelId="{B0EBEFD6-AB15-429A-8C16-E0C2529C7071}" type="presParOf" srcId="{FB036248-6053-425A-8739-00F72559FC54}" destId="{2E32A55E-DDC4-4760-A21A-B17C485BF94C}" srcOrd="3" destOrd="0" presId="urn:microsoft.com/office/officeart/2018/2/layout/IconVerticalSolidList"/>
    <dgm:cxn modelId="{08780F6B-FE96-4D83-A44D-E4A742551AD8}" type="presParOf" srcId="{FB036248-6053-425A-8739-00F72559FC54}" destId="{DD9642FD-1817-4A0C-A8E6-82F5A2A806E5}" srcOrd="4" destOrd="0" presId="urn:microsoft.com/office/officeart/2018/2/layout/IconVerticalSolidList"/>
    <dgm:cxn modelId="{F05004DC-2CF6-4915-8199-89499B00400E}" type="presParOf" srcId="{DD9642FD-1817-4A0C-A8E6-82F5A2A806E5}" destId="{EA0480BC-EB6A-4B79-8251-6E213D519420}" srcOrd="0" destOrd="0" presId="urn:microsoft.com/office/officeart/2018/2/layout/IconVerticalSolidList"/>
    <dgm:cxn modelId="{33F192F7-AC56-4225-83F8-94F431FEA865}" type="presParOf" srcId="{DD9642FD-1817-4A0C-A8E6-82F5A2A806E5}" destId="{90087FFC-F13A-4569-B6AF-65BDD26C301F}" srcOrd="1" destOrd="0" presId="urn:microsoft.com/office/officeart/2018/2/layout/IconVerticalSolidList"/>
    <dgm:cxn modelId="{08225846-85DD-4A51-A100-223BCD6B3E7A}" type="presParOf" srcId="{DD9642FD-1817-4A0C-A8E6-82F5A2A806E5}" destId="{7EE36D8B-74F4-424C-A81E-2CDCC199DA1D}" srcOrd="2" destOrd="0" presId="urn:microsoft.com/office/officeart/2018/2/layout/IconVerticalSolidList"/>
    <dgm:cxn modelId="{A35ACD5B-4F40-4F8E-9E1D-2AB57B68F88B}" type="presParOf" srcId="{DD9642FD-1817-4A0C-A8E6-82F5A2A806E5}" destId="{60C13865-BD56-4169-AD5F-45D6E0A6AEB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DBA3EE-D3C0-4340-BB0E-688EEDB121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D6BAD49-3998-4CC1-A75A-AAC84BF2CD3A}">
      <dgm:prSet/>
      <dgm:spPr/>
      <dgm:t>
        <a:bodyPr/>
        <a:lstStyle/>
        <a:p>
          <a:r>
            <a:rPr lang="en-US"/>
            <a:t>Gündüz Modu: Yüksek kontrastlı kahverengi/sarı/turuncu havacılık standart tonları.</a:t>
          </a:r>
        </a:p>
      </dgm:t>
    </dgm:pt>
    <dgm:pt modelId="{534A6DC1-F5EF-469E-927F-887218CD9247}" type="parTrans" cxnId="{E7E943B6-8A77-4495-9343-2B4A4CAD3910}">
      <dgm:prSet/>
      <dgm:spPr/>
      <dgm:t>
        <a:bodyPr/>
        <a:lstStyle/>
        <a:p>
          <a:endParaRPr lang="en-US"/>
        </a:p>
      </dgm:t>
    </dgm:pt>
    <dgm:pt modelId="{785B551F-B2AB-4848-91B0-A77159A7A9B5}" type="sibTrans" cxnId="{E7E943B6-8A77-4495-9343-2B4A4CAD3910}">
      <dgm:prSet/>
      <dgm:spPr/>
      <dgm:t>
        <a:bodyPr/>
        <a:lstStyle/>
        <a:p>
          <a:endParaRPr lang="en-US"/>
        </a:p>
      </dgm:t>
    </dgm:pt>
    <dgm:pt modelId="{941F64A0-7538-4911-B0C3-185173DD6085}">
      <dgm:prSet/>
      <dgm:spPr/>
      <dgm:t>
        <a:bodyPr/>
        <a:lstStyle/>
        <a:p>
          <a:r>
            <a:rPr lang="en-US"/>
            <a:t>Gece Modu: 'N' tuşu ile aktifleşen, koyu yeşil fosforlu kokpit gece aydınlatması.</a:t>
          </a:r>
        </a:p>
      </dgm:t>
    </dgm:pt>
    <dgm:pt modelId="{433243D4-9018-4297-99F1-8603D9F90D8C}" type="parTrans" cxnId="{33ABCB53-E20C-4B11-BBCE-016D3CC32668}">
      <dgm:prSet/>
      <dgm:spPr/>
      <dgm:t>
        <a:bodyPr/>
        <a:lstStyle/>
        <a:p>
          <a:endParaRPr lang="en-US"/>
        </a:p>
      </dgm:t>
    </dgm:pt>
    <dgm:pt modelId="{024E3FE7-0717-4680-8FB4-9EAA02CD0F36}" type="sibTrans" cxnId="{33ABCB53-E20C-4B11-BBCE-016D3CC32668}">
      <dgm:prSet/>
      <dgm:spPr/>
      <dgm:t>
        <a:bodyPr/>
        <a:lstStyle/>
        <a:p>
          <a:endParaRPr lang="en-US"/>
        </a:p>
      </dgm:t>
    </dgm:pt>
    <dgm:pt modelId="{BA7F5AF0-4FE3-4799-98FD-36461045450C}">
      <dgm:prSet/>
      <dgm:spPr/>
      <dgm:t>
        <a:bodyPr/>
        <a:lstStyle/>
        <a:p>
          <a:r>
            <a:rPr lang="en-US"/>
            <a:t>Veri Kayıt Sistemi: Saniyede bir 'heading_log.csv' dosyasına yazılır.</a:t>
          </a:r>
        </a:p>
      </dgm:t>
    </dgm:pt>
    <dgm:pt modelId="{0885285A-830E-4F74-9886-F4C7B9B6391F}" type="parTrans" cxnId="{8B2C0EED-38ED-4B9D-9B6F-24F5027CE999}">
      <dgm:prSet/>
      <dgm:spPr/>
      <dgm:t>
        <a:bodyPr/>
        <a:lstStyle/>
        <a:p>
          <a:endParaRPr lang="en-US"/>
        </a:p>
      </dgm:t>
    </dgm:pt>
    <dgm:pt modelId="{23AC7014-7D2E-4036-AF53-EDDE606282D3}" type="sibTrans" cxnId="{8B2C0EED-38ED-4B9D-9B6F-24F5027CE999}">
      <dgm:prSet/>
      <dgm:spPr/>
      <dgm:t>
        <a:bodyPr/>
        <a:lstStyle/>
        <a:p>
          <a:endParaRPr lang="en-US"/>
        </a:p>
      </dgm:t>
    </dgm:pt>
    <dgm:pt modelId="{3103EE57-24A7-4C17-B84D-5F4F3F5438A7}">
      <dgm:prSet/>
      <dgm:spPr/>
      <dgm:t>
        <a:bodyPr/>
        <a:lstStyle/>
        <a:p>
          <a:r>
            <a:rPr lang="en-US"/>
            <a:t>Kaydedilenler: Zaman, Gerçek Rota, Gösterilen Rota, Hedef Rota, Kayma Hatası.</a:t>
          </a:r>
        </a:p>
      </dgm:t>
    </dgm:pt>
    <dgm:pt modelId="{A8317D1E-52BD-437F-9B27-2084F64BF609}" type="parTrans" cxnId="{28F80796-D842-4E10-B451-88087E84A9A2}">
      <dgm:prSet/>
      <dgm:spPr/>
      <dgm:t>
        <a:bodyPr/>
        <a:lstStyle/>
        <a:p>
          <a:endParaRPr lang="en-US"/>
        </a:p>
      </dgm:t>
    </dgm:pt>
    <dgm:pt modelId="{E659CF5C-92BD-44D6-89D1-10755E33A251}" type="sibTrans" cxnId="{28F80796-D842-4E10-B451-88087E84A9A2}">
      <dgm:prSet/>
      <dgm:spPr/>
      <dgm:t>
        <a:bodyPr/>
        <a:lstStyle/>
        <a:p>
          <a:endParaRPr lang="en-US"/>
        </a:p>
      </dgm:t>
    </dgm:pt>
    <dgm:pt modelId="{B86094A6-85F5-4D3C-ACD9-CC2ACC285C64}" type="pres">
      <dgm:prSet presAssocID="{ACDBA3EE-D3C0-4340-BB0E-688EEDB1212D}" presName="root" presStyleCnt="0">
        <dgm:presLayoutVars>
          <dgm:dir/>
          <dgm:resizeHandles val="exact"/>
        </dgm:presLayoutVars>
      </dgm:prSet>
      <dgm:spPr/>
    </dgm:pt>
    <dgm:pt modelId="{4E10363E-D8B5-40E7-8A86-48A89D5A3CC7}" type="pres">
      <dgm:prSet presAssocID="{8D6BAD49-3998-4CC1-A75A-AAC84BF2CD3A}" presName="compNode" presStyleCnt="0"/>
      <dgm:spPr/>
    </dgm:pt>
    <dgm:pt modelId="{35390958-0B66-42E6-BA4C-2207F834B0D1}" type="pres">
      <dgm:prSet presAssocID="{8D6BAD49-3998-4CC1-A75A-AAC84BF2CD3A}" presName="bgRect" presStyleLbl="bgShp" presStyleIdx="0" presStyleCnt="4"/>
      <dgm:spPr/>
    </dgm:pt>
    <dgm:pt modelId="{177CFCD7-39C6-485A-9728-B49390381960}" type="pres">
      <dgm:prSet presAssocID="{8D6BAD49-3998-4CC1-A75A-AAC84BF2CD3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kopter"/>
        </a:ext>
      </dgm:extLst>
    </dgm:pt>
    <dgm:pt modelId="{4232D4CF-6294-49CA-9F6A-3ADC4290AC5F}" type="pres">
      <dgm:prSet presAssocID="{8D6BAD49-3998-4CC1-A75A-AAC84BF2CD3A}" presName="spaceRect" presStyleCnt="0"/>
      <dgm:spPr/>
    </dgm:pt>
    <dgm:pt modelId="{BB13E959-9B6E-4851-B679-0C47D58909C8}" type="pres">
      <dgm:prSet presAssocID="{8D6BAD49-3998-4CC1-A75A-AAC84BF2CD3A}" presName="parTx" presStyleLbl="revTx" presStyleIdx="0" presStyleCnt="4">
        <dgm:presLayoutVars>
          <dgm:chMax val="0"/>
          <dgm:chPref val="0"/>
        </dgm:presLayoutVars>
      </dgm:prSet>
      <dgm:spPr/>
    </dgm:pt>
    <dgm:pt modelId="{3EF71403-74B8-43A8-ACEE-9B02AD2AA756}" type="pres">
      <dgm:prSet presAssocID="{785B551F-B2AB-4848-91B0-A77159A7A9B5}" presName="sibTrans" presStyleCnt="0"/>
      <dgm:spPr/>
    </dgm:pt>
    <dgm:pt modelId="{954B9BDB-00C7-462B-972E-67101252EEBF}" type="pres">
      <dgm:prSet presAssocID="{941F64A0-7538-4911-B0C3-185173DD6085}" presName="compNode" presStyleCnt="0"/>
      <dgm:spPr/>
    </dgm:pt>
    <dgm:pt modelId="{2D29CC50-A92D-4D21-BC8F-6706193775E0}" type="pres">
      <dgm:prSet presAssocID="{941F64A0-7538-4911-B0C3-185173DD6085}" presName="bgRect" presStyleLbl="bgShp" presStyleIdx="1" presStyleCnt="4"/>
      <dgm:spPr/>
    </dgm:pt>
    <dgm:pt modelId="{2012627F-8728-44D4-AB0A-15714738F4A6}" type="pres">
      <dgm:prSet presAssocID="{941F64A0-7538-4911-B0C3-185173DD608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set scene"/>
        </a:ext>
      </dgm:extLst>
    </dgm:pt>
    <dgm:pt modelId="{35D2931F-9FB0-4C1B-8FCD-FE01070C4BAD}" type="pres">
      <dgm:prSet presAssocID="{941F64A0-7538-4911-B0C3-185173DD6085}" presName="spaceRect" presStyleCnt="0"/>
      <dgm:spPr/>
    </dgm:pt>
    <dgm:pt modelId="{08308317-E16F-4C93-9BCC-322167602352}" type="pres">
      <dgm:prSet presAssocID="{941F64A0-7538-4911-B0C3-185173DD6085}" presName="parTx" presStyleLbl="revTx" presStyleIdx="1" presStyleCnt="4">
        <dgm:presLayoutVars>
          <dgm:chMax val="0"/>
          <dgm:chPref val="0"/>
        </dgm:presLayoutVars>
      </dgm:prSet>
      <dgm:spPr/>
    </dgm:pt>
    <dgm:pt modelId="{81AB49BE-72C2-4E6C-A790-49D94807554F}" type="pres">
      <dgm:prSet presAssocID="{024E3FE7-0717-4680-8FB4-9EAA02CD0F36}" presName="sibTrans" presStyleCnt="0"/>
      <dgm:spPr/>
    </dgm:pt>
    <dgm:pt modelId="{C3C9ED0C-6508-42E6-B101-0E272823D766}" type="pres">
      <dgm:prSet presAssocID="{BA7F5AF0-4FE3-4799-98FD-36461045450C}" presName="compNode" presStyleCnt="0"/>
      <dgm:spPr/>
    </dgm:pt>
    <dgm:pt modelId="{C3BA7447-320F-44C5-9B16-8D883242C8DB}" type="pres">
      <dgm:prSet presAssocID="{BA7F5AF0-4FE3-4799-98FD-36461045450C}" presName="bgRect" presStyleLbl="bgShp" presStyleIdx="2" presStyleCnt="4"/>
      <dgm:spPr/>
    </dgm:pt>
    <dgm:pt modelId="{823A33C0-AD6F-482D-8FD2-008B8E2FECA7}" type="pres">
      <dgm:prSet presAssocID="{BA7F5AF0-4FE3-4799-98FD-36461045450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9D867F9B-D820-406A-BFF4-E49D8FF6BCBE}" type="pres">
      <dgm:prSet presAssocID="{BA7F5AF0-4FE3-4799-98FD-36461045450C}" presName="spaceRect" presStyleCnt="0"/>
      <dgm:spPr/>
    </dgm:pt>
    <dgm:pt modelId="{D6242C2F-BD32-418D-94CA-F56E3DAC5D4E}" type="pres">
      <dgm:prSet presAssocID="{BA7F5AF0-4FE3-4799-98FD-36461045450C}" presName="parTx" presStyleLbl="revTx" presStyleIdx="2" presStyleCnt="4">
        <dgm:presLayoutVars>
          <dgm:chMax val="0"/>
          <dgm:chPref val="0"/>
        </dgm:presLayoutVars>
      </dgm:prSet>
      <dgm:spPr/>
    </dgm:pt>
    <dgm:pt modelId="{42435C4A-60E7-4C42-BDC8-7E26827F063B}" type="pres">
      <dgm:prSet presAssocID="{23AC7014-7D2E-4036-AF53-EDDE606282D3}" presName="sibTrans" presStyleCnt="0"/>
      <dgm:spPr/>
    </dgm:pt>
    <dgm:pt modelId="{C96D9930-B79A-4F11-9452-27097D37F2BD}" type="pres">
      <dgm:prSet presAssocID="{3103EE57-24A7-4C17-B84D-5F4F3F5438A7}" presName="compNode" presStyleCnt="0"/>
      <dgm:spPr/>
    </dgm:pt>
    <dgm:pt modelId="{C521596F-A8C2-4739-9AB3-6DB13B9DE5F2}" type="pres">
      <dgm:prSet presAssocID="{3103EE57-24A7-4C17-B84D-5F4F3F5438A7}" presName="bgRect" presStyleLbl="bgShp" presStyleIdx="3" presStyleCnt="4"/>
      <dgm:spPr/>
    </dgm:pt>
    <dgm:pt modelId="{0EEBF29E-4641-40CF-A94C-B6CDAACCA91F}" type="pres">
      <dgm:prSet presAssocID="{3103EE57-24A7-4C17-B84D-5F4F3F5438A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def"/>
        </a:ext>
      </dgm:extLst>
    </dgm:pt>
    <dgm:pt modelId="{25790551-75BE-47B2-A831-BEC4EBA4D231}" type="pres">
      <dgm:prSet presAssocID="{3103EE57-24A7-4C17-B84D-5F4F3F5438A7}" presName="spaceRect" presStyleCnt="0"/>
      <dgm:spPr/>
    </dgm:pt>
    <dgm:pt modelId="{753B13CA-38FA-4AD1-A70D-3119C0828A8E}" type="pres">
      <dgm:prSet presAssocID="{3103EE57-24A7-4C17-B84D-5F4F3F5438A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5C4270E-7198-4C59-B0FE-D6F09D1983E8}" type="presOf" srcId="{BA7F5AF0-4FE3-4799-98FD-36461045450C}" destId="{D6242C2F-BD32-418D-94CA-F56E3DAC5D4E}" srcOrd="0" destOrd="0" presId="urn:microsoft.com/office/officeart/2018/2/layout/IconVerticalSolidList"/>
    <dgm:cxn modelId="{33ABCB53-E20C-4B11-BBCE-016D3CC32668}" srcId="{ACDBA3EE-D3C0-4340-BB0E-688EEDB1212D}" destId="{941F64A0-7538-4911-B0C3-185173DD6085}" srcOrd="1" destOrd="0" parTransId="{433243D4-9018-4297-99F1-8603D9F90D8C}" sibTransId="{024E3FE7-0717-4680-8FB4-9EAA02CD0F36}"/>
    <dgm:cxn modelId="{28F80796-D842-4E10-B451-88087E84A9A2}" srcId="{ACDBA3EE-D3C0-4340-BB0E-688EEDB1212D}" destId="{3103EE57-24A7-4C17-B84D-5F4F3F5438A7}" srcOrd="3" destOrd="0" parTransId="{A8317D1E-52BD-437F-9B27-2084F64BF609}" sibTransId="{E659CF5C-92BD-44D6-89D1-10755E33A251}"/>
    <dgm:cxn modelId="{E7E943B6-8A77-4495-9343-2B4A4CAD3910}" srcId="{ACDBA3EE-D3C0-4340-BB0E-688EEDB1212D}" destId="{8D6BAD49-3998-4CC1-A75A-AAC84BF2CD3A}" srcOrd="0" destOrd="0" parTransId="{534A6DC1-F5EF-469E-927F-887218CD9247}" sibTransId="{785B551F-B2AB-4848-91B0-A77159A7A9B5}"/>
    <dgm:cxn modelId="{BCAB52B8-62E3-4A16-881A-3D97D2994289}" type="presOf" srcId="{ACDBA3EE-D3C0-4340-BB0E-688EEDB1212D}" destId="{B86094A6-85F5-4D3C-ACD9-CC2ACC285C64}" srcOrd="0" destOrd="0" presId="urn:microsoft.com/office/officeart/2018/2/layout/IconVerticalSolidList"/>
    <dgm:cxn modelId="{78F2F3DE-4A6C-4F9C-BC54-228E3D1AB3AB}" type="presOf" srcId="{8D6BAD49-3998-4CC1-A75A-AAC84BF2CD3A}" destId="{BB13E959-9B6E-4851-B679-0C47D58909C8}" srcOrd="0" destOrd="0" presId="urn:microsoft.com/office/officeart/2018/2/layout/IconVerticalSolidList"/>
    <dgm:cxn modelId="{6F8C57E0-C24C-4E49-A925-722B6707BDB9}" type="presOf" srcId="{3103EE57-24A7-4C17-B84D-5F4F3F5438A7}" destId="{753B13CA-38FA-4AD1-A70D-3119C0828A8E}" srcOrd="0" destOrd="0" presId="urn:microsoft.com/office/officeart/2018/2/layout/IconVerticalSolidList"/>
    <dgm:cxn modelId="{C64527EB-5D13-43BB-A869-F8EF6402FAD4}" type="presOf" srcId="{941F64A0-7538-4911-B0C3-185173DD6085}" destId="{08308317-E16F-4C93-9BCC-322167602352}" srcOrd="0" destOrd="0" presId="urn:microsoft.com/office/officeart/2018/2/layout/IconVerticalSolidList"/>
    <dgm:cxn modelId="{8B2C0EED-38ED-4B9D-9B6F-24F5027CE999}" srcId="{ACDBA3EE-D3C0-4340-BB0E-688EEDB1212D}" destId="{BA7F5AF0-4FE3-4799-98FD-36461045450C}" srcOrd="2" destOrd="0" parTransId="{0885285A-830E-4F74-9886-F4C7B9B6391F}" sibTransId="{23AC7014-7D2E-4036-AF53-EDDE606282D3}"/>
    <dgm:cxn modelId="{23625503-8F3D-48AF-9DB4-891471B32C7B}" type="presParOf" srcId="{B86094A6-85F5-4D3C-ACD9-CC2ACC285C64}" destId="{4E10363E-D8B5-40E7-8A86-48A89D5A3CC7}" srcOrd="0" destOrd="0" presId="urn:microsoft.com/office/officeart/2018/2/layout/IconVerticalSolidList"/>
    <dgm:cxn modelId="{7D7F3F4F-B321-48B0-AAAC-3F44146C055E}" type="presParOf" srcId="{4E10363E-D8B5-40E7-8A86-48A89D5A3CC7}" destId="{35390958-0B66-42E6-BA4C-2207F834B0D1}" srcOrd="0" destOrd="0" presId="urn:microsoft.com/office/officeart/2018/2/layout/IconVerticalSolidList"/>
    <dgm:cxn modelId="{2D835EBE-450B-4048-B07B-A972F4B9F069}" type="presParOf" srcId="{4E10363E-D8B5-40E7-8A86-48A89D5A3CC7}" destId="{177CFCD7-39C6-485A-9728-B49390381960}" srcOrd="1" destOrd="0" presId="urn:microsoft.com/office/officeart/2018/2/layout/IconVerticalSolidList"/>
    <dgm:cxn modelId="{8293F871-88C7-4323-A881-641440D7658A}" type="presParOf" srcId="{4E10363E-D8B5-40E7-8A86-48A89D5A3CC7}" destId="{4232D4CF-6294-49CA-9F6A-3ADC4290AC5F}" srcOrd="2" destOrd="0" presId="urn:microsoft.com/office/officeart/2018/2/layout/IconVerticalSolidList"/>
    <dgm:cxn modelId="{3069EBBF-DA0E-41FC-B023-562D5D76C26F}" type="presParOf" srcId="{4E10363E-D8B5-40E7-8A86-48A89D5A3CC7}" destId="{BB13E959-9B6E-4851-B679-0C47D58909C8}" srcOrd="3" destOrd="0" presId="urn:microsoft.com/office/officeart/2018/2/layout/IconVerticalSolidList"/>
    <dgm:cxn modelId="{5178C08D-B4DD-4AC2-B2CB-8D85B7519278}" type="presParOf" srcId="{B86094A6-85F5-4D3C-ACD9-CC2ACC285C64}" destId="{3EF71403-74B8-43A8-ACEE-9B02AD2AA756}" srcOrd="1" destOrd="0" presId="urn:microsoft.com/office/officeart/2018/2/layout/IconVerticalSolidList"/>
    <dgm:cxn modelId="{6A44E921-B708-4C02-99B7-EB7061CB1C71}" type="presParOf" srcId="{B86094A6-85F5-4D3C-ACD9-CC2ACC285C64}" destId="{954B9BDB-00C7-462B-972E-67101252EEBF}" srcOrd="2" destOrd="0" presId="urn:microsoft.com/office/officeart/2018/2/layout/IconVerticalSolidList"/>
    <dgm:cxn modelId="{B90EC22E-5AC8-4E25-9035-D97674A90FCC}" type="presParOf" srcId="{954B9BDB-00C7-462B-972E-67101252EEBF}" destId="{2D29CC50-A92D-4D21-BC8F-6706193775E0}" srcOrd="0" destOrd="0" presId="urn:microsoft.com/office/officeart/2018/2/layout/IconVerticalSolidList"/>
    <dgm:cxn modelId="{6CA7BC54-15A7-4A36-B9D1-680E1D529A53}" type="presParOf" srcId="{954B9BDB-00C7-462B-972E-67101252EEBF}" destId="{2012627F-8728-44D4-AB0A-15714738F4A6}" srcOrd="1" destOrd="0" presId="urn:microsoft.com/office/officeart/2018/2/layout/IconVerticalSolidList"/>
    <dgm:cxn modelId="{1186FB40-DC3B-4652-A5F6-46E9C0F4CDDE}" type="presParOf" srcId="{954B9BDB-00C7-462B-972E-67101252EEBF}" destId="{35D2931F-9FB0-4C1B-8FCD-FE01070C4BAD}" srcOrd="2" destOrd="0" presId="urn:microsoft.com/office/officeart/2018/2/layout/IconVerticalSolidList"/>
    <dgm:cxn modelId="{FA308CB2-53B9-4E4E-87C7-5D21286A6EF7}" type="presParOf" srcId="{954B9BDB-00C7-462B-972E-67101252EEBF}" destId="{08308317-E16F-4C93-9BCC-322167602352}" srcOrd="3" destOrd="0" presId="urn:microsoft.com/office/officeart/2018/2/layout/IconVerticalSolidList"/>
    <dgm:cxn modelId="{8A6E3389-6CD1-4C14-AEA3-3053E3745C65}" type="presParOf" srcId="{B86094A6-85F5-4D3C-ACD9-CC2ACC285C64}" destId="{81AB49BE-72C2-4E6C-A790-49D94807554F}" srcOrd="3" destOrd="0" presId="urn:microsoft.com/office/officeart/2018/2/layout/IconVerticalSolidList"/>
    <dgm:cxn modelId="{BD342471-D78E-4126-94C8-C5730D89877C}" type="presParOf" srcId="{B86094A6-85F5-4D3C-ACD9-CC2ACC285C64}" destId="{C3C9ED0C-6508-42E6-B101-0E272823D766}" srcOrd="4" destOrd="0" presId="urn:microsoft.com/office/officeart/2018/2/layout/IconVerticalSolidList"/>
    <dgm:cxn modelId="{FF10E56A-9971-45A4-A8B3-8E9F4A471FA8}" type="presParOf" srcId="{C3C9ED0C-6508-42E6-B101-0E272823D766}" destId="{C3BA7447-320F-44C5-9B16-8D883242C8DB}" srcOrd="0" destOrd="0" presId="urn:microsoft.com/office/officeart/2018/2/layout/IconVerticalSolidList"/>
    <dgm:cxn modelId="{3A896CA9-2C88-406A-AD4D-6DE1798E9FBB}" type="presParOf" srcId="{C3C9ED0C-6508-42E6-B101-0E272823D766}" destId="{823A33C0-AD6F-482D-8FD2-008B8E2FECA7}" srcOrd="1" destOrd="0" presId="urn:microsoft.com/office/officeart/2018/2/layout/IconVerticalSolidList"/>
    <dgm:cxn modelId="{F10E92E2-B707-47AD-A6B6-145CCBEEB98F}" type="presParOf" srcId="{C3C9ED0C-6508-42E6-B101-0E272823D766}" destId="{9D867F9B-D820-406A-BFF4-E49D8FF6BCBE}" srcOrd="2" destOrd="0" presId="urn:microsoft.com/office/officeart/2018/2/layout/IconVerticalSolidList"/>
    <dgm:cxn modelId="{B02E1F53-7B89-4E54-9DF3-F5FA0FF8AF75}" type="presParOf" srcId="{C3C9ED0C-6508-42E6-B101-0E272823D766}" destId="{D6242C2F-BD32-418D-94CA-F56E3DAC5D4E}" srcOrd="3" destOrd="0" presId="urn:microsoft.com/office/officeart/2018/2/layout/IconVerticalSolidList"/>
    <dgm:cxn modelId="{7592CB82-3FA3-48ED-8490-1B03F047A722}" type="presParOf" srcId="{B86094A6-85F5-4D3C-ACD9-CC2ACC285C64}" destId="{42435C4A-60E7-4C42-BDC8-7E26827F063B}" srcOrd="5" destOrd="0" presId="urn:microsoft.com/office/officeart/2018/2/layout/IconVerticalSolidList"/>
    <dgm:cxn modelId="{0C24239B-C071-48DA-8C75-1D6412FE634D}" type="presParOf" srcId="{B86094A6-85F5-4D3C-ACD9-CC2ACC285C64}" destId="{C96D9930-B79A-4F11-9452-27097D37F2BD}" srcOrd="6" destOrd="0" presId="urn:microsoft.com/office/officeart/2018/2/layout/IconVerticalSolidList"/>
    <dgm:cxn modelId="{C070D59E-D7A1-4C29-9FE7-A8206C87D7DE}" type="presParOf" srcId="{C96D9930-B79A-4F11-9452-27097D37F2BD}" destId="{C521596F-A8C2-4739-9AB3-6DB13B9DE5F2}" srcOrd="0" destOrd="0" presId="urn:microsoft.com/office/officeart/2018/2/layout/IconVerticalSolidList"/>
    <dgm:cxn modelId="{58FB98FF-F0DF-4CE0-A82A-D962A4A03B84}" type="presParOf" srcId="{C96D9930-B79A-4F11-9452-27097D37F2BD}" destId="{0EEBF29E-4641-40CF-A94C-B6CDAACCA91F}" srcOrd="1" destOrd="0" presId="urn:microsoft.com/office/officeart/2018/2/layout/IconVerticalSolidList"/>
    <dgm:cxn modelId="{0FDBA935-A201-47F1-AFF1-DA8B57BEE75E}" type="presParOf" srcId="{C96D9930-B79A-4F11-9452-27097D37F2BD}" destId="{25790551-75BE-47B2-A831-BEC4EBA4D231}" srcOrd="2" destOrd="0" presId="urn:microsoft.com/office/officeart/2018/2/layout/IconVerticalSolidList"/>
    <dgm:cxn modelId="{D9B9BF3A-5C98-4ED6-BBF7-A32DBF65EB6F}" type="presParOf" srcId="{C96D9930-B79A-4F11-9452-27097D37F2BD}" destId="{753B13CA-38FA-4AD1-A70D-3119C0828A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A7FDBE-0FA5-4574-B569-1987C320484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8F7C427-55C9-4BA3-B84A-78575E370B5D}">
      <dgm:prSet/>
      <dgm:spPr/>
      <dgm:t>
        <a:bodyPr/>
        <a:lstStyle/>
        <a:p>
          <a:r>
            <a:rPr lang="en-US"/>
            <a:t>Pair Programmer mantığıyla bir AI asistanı desteği kullanılmıştır:</a:t>
          </a:r>
        </a:p>
      </dgm:t>
    </dgm:pt>
    <dgm:pt modelId="{3DF56521-AE5A-44B4-888A-1F55DFA1B00A}" type="parTrans" cxnId="{7A1E513A-6B13-4901-B6D4-927542009341}">
      <dgm:prSet/>
      <dgm:spPr/>
      <dgm:t>
        <a:bodyPr/>
        <a:lstStyle/>
        <a:p>
          <a:endParaRPr lang="en-US"/>
        </a:p>
      </dgm:t>
    </dgm:pt>
    <dgm:pt modelId="{EBFE5C59-204D-4A78-9810-AEDF8956412F}" type="sibTrans" cxnId="{7A1E513A-6B13-4901-B6D4-927542009341}">
      <dgm:prSet/>
      <dgm:spPr/>
      <dgm:t>
        <a:bodyPr/>
        <a:lstStyle/>
        <a:p>
          <a:endParaRPr lang="en-US"/>
        </a:p>
      </dgm:t>
    </dgm:pt>
    <dgm:pt modelId="{BEF33749-84DB-489C-8A38-4E4F6AFF3F8D}">
      <dgm:prSet/>
      <dgm:spPr/>
      <dgm:t>
        <a:bodyPr/>
        <a:lstStyle/>
        <a:p>
          <a:r>
            <a:rPr lang="en-US"/>
            <a:t>Kod Üretimi: Pygame GUI iskeleti ve oyun döngüsü.</a:t>
          </a:r>
        </a:p>
      </dgm:t>
    </dgm:pt>
    <dgm:pt modelId="{342C0EFB-7A18-4A9F-AF4A-BD7E8E8A9F71}" type="parTrans" cxnId="{7C77AF49-2226-4291-8BF6-BFB41EB2BF8A}">
      <dgm:prSet/>
      <dgm:spPr/>
      <dgm:t>
        <a:bodyPr/>
        <a:lstStyle/>
        <a:p>
          <a:endParaRPr lang="en-US"/>
        </a:p>
      </dgm:t>
    </dgm:pt>
    <dgm:pt modelId="{C5764562-FA35-484A-A864-9F5F483E5819}" type="sibTrans" cxnId="{7C77AF49-2226-4291-8BF6-BFB41EB2BF8A}">
      <dgm:prSet/>
      <dgm:spPr/>
      <dgm:t>
        <a:bodyPr/>
        <a:lstStyle/>
        <a:p>
          <a:endParaRPr lang="en-US"/>
        </a:p>
      </dgm:t>
    </dgm:pt>
    <dgm:pt modelId="{773D6EE3-138B-430E-9A63-7C7B5871F47B}">
      <dgm:prSet/>
      <dgm:spPr/>
      <dgm:t>
        <a:bodyPr/>
        <a:lstStyle/>
        <a:p>
          <a:r>
            <a:rPr lang="en-US"/>
            <a:t>Matematik: Trigonometrik çizimler ve en kısa yön bulma algoritmaları.</a:t>
          </a:r>
        </a:p>
      </dgm:t>
    </dgm:pt>
    <dgm:pt modelId="{BA68050F-CFD4-4173-A6CE-17EFCE525447}" type="parTrans" cxnId="{DFEFC12A-EC60-4021-814A-AFF02CAA91A5}">
      <dgm:prSet/>
      <dgm:spPr/>
      <dgm:t>
        <a:bodyPr/>
        <a:lstStyle/>
        <a:p>
          <a:endParaRPr lang="en-US"/>
        </a:p>
      </dgm:t>
    </dgm:pt>
    <dgm:pt modelId="{A6EBE39D-EA4A-4134-A1E6-F5F2832E5AF4}" type="sibTrans" cxnId="{DFEFC12A-EC60-4021-814A-AFF02CAA91A5}">
      <dgm:prSet/>
      <dgm:spPr/>
      <dgm:t>
        <a:bodyPr/>
        <a:lstStyle/>
        <a:p>
          <a:endParaRPr lang="en-US"/>
        </a:p>
      </dgm:t>
    </dgm:pt>
    <dgm:pt modelId="{274DEC4E-E908-4629-A1C4-AA99BAD90EBF}">
      <dgm:prSet/>
      <dgm:spPr/>
      <dgm:t>
        <a:bodyPr/>
        <a:lstStyle/>
        <a:p>
          <a:r>
            <a:rPr lang="en-US"/>
            <a:t>Gelişmiş Mekanikler: Gyro drift ve zamanlayıcı senkronizasyonlu alarmlar.</a:t>
          </a:r>
        </a:p>
      </dgm:t>
    </dgm:pt>
    <dgm:pt modelId="{2F13A7F2-87F9-4286-B94A-DFDF11C9FE8E}" type="parTrans" cxnId="{42A783BB-D659-46EB-B0E2-18428574F74A}">
      <dgm:prSet/>
      <dgm:spPr/>
      <dgm:t>
        <a:bodyPr/>
        <a:lstStyle/>
        <a:p>
          <a:endParaRPr lang="en-US"/>
        </a:p>
      </dgm:t>
    </dgm:pt>
    <dgm:pt modelId="{A5D49C06-6E6B-4CAC-86B4-96982DBD8796}" type="sibTrans" cxnId="{42A783BB-D659-46EB-B0E2-18428574F74A}">
      <dgm:prSet/>
      <dgm:spPr/>
      <dgm:t>
        <a:bodyPr/>
        <a:lstStyle/>
        <a:p>
          <a:endParaRPr lang="en-US"/>
        </a:p>
      </dgm:t>
    </dgm:pt>
    <dgm:pt modelId="{61FA2A0A-4ADE-4F1F-A0D6-7503117CFA10}" type="pres">
      <dgm:prSet presAssocID="{9FA7FDBE-0FA5-4574-B569-1987C3204843}" presName="root" presStyleCnt="0">
        <dgm:presLayoutVars>
          <dgm:dir/>
          <dgm:resizeHandles val="exact"/>
        </dgm:presLayoutVars>
      </dgm:prSet>
      <dgm:spPr/>
    </dgm:pt>
    <dgm:pt modelId="{493ECAD3-92A0-4FE2-B9A8-3FEF35B50BBE}" type="pres">
      <dgm:prSet presAssocID="{9FA7FDBE-0FA5-4574-B569-1987C3204843}" presName="container" presStyleCnt="0">
        <dgm:presLayoutVars>
          <dgm:dir/>
          <dgm:resizeHandles val="exact"/>
        </dgm:presLayoutVars>
      </dgm:prSet>
      <dgm:spPr/>
    </dgm:pt>
    <dgm:pt modelId="{4672701C-64D1-4503-B7F4-464CD89C9A2B}" type="pres">
      <dgm:prSet presAssocID="{98F7C427-55C9-4BA3-B84A-78575E370B5D}" presName="compNode" presStyleCnt="0"/>
      <dgm:spPr/>
    </dgm:pt>
    <dgm:pt modelId="{B6AD59A2-8D79-4790-9F66-796D6F9C7AEA}" type="pres">
      <dgm:prSet presAssocID="{98F7C427-55C9-4BA3-B84A-78575E370B5D}" presName="iconBgRect" presStyleLbl="bgShp" presStyleIdx="0" presStyleCnt="4"/>
      <dgm:spPr/>
    </dgm:pt>
    <dgm:pt modelId="{27BFF915-E32F-4318-B22A-235D94E8003A}" type="pres">
      <dgm:prSet presAssocID="{98F7C427-55C9-4BA3-B84A-78575E370B5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5E14AC6-24CE-47DE-A5D6-B450057DAB8B}" type="pres">
      <dgm:prSet presAssocID="{98F7C427-55C9-4BA3-B84A-78575E370B5D}" presName="spaceRect" presStyleCnt="0"/>
      <dgm:spPr/>
    </dgm:pt>
    <dgm:pt modelId="{1AEAB6E1-95F7-4D8E-ACE7-7CF3BD4AC0A9}" type="pres">
      <dgm:prSet presAssocID="{98F7C427-55C9-4BA3-B84A-78575E370B5D}" presName="textRect" presStyleLbl="revTx" presStyleIdx="0" presStyleCnt="4">
        <dgm:presLayoutVars>
          <dgm:chMax val="1"/>
          <dgm:chPref val="1"/>
        </dgm:presLayoutVars>
      </dgm:prSet>
      <dgm:spPr/>
    </dgm:pt>
    <dgm:pt modelId="{6E420B1E-17C7-40F7-9F90-F000E4B1C3B0}" type="pres">
      <dgm:prSet presAssocID="{EBFE5C59-204D-4A78-9810-AEDF8956412F}" presName="sibTrans" presStyleLbl="sibTrans2D1" presStyleIdx="0" presStyleCnt="0"/>
      <dgm:spPr/>
    </dgm:pt>
    <dgm:pt modelId="{4FBC23D9-0FDC-47BC-8B29-C8926A653EE7}" type="pres">
      <dgm:prSet presAssocID="{BEF33749-84DB-489C-8A38-4E4F6AFF3F8D}" presName="compNode" presStyleCnt="0"/>
      <dgm:spPr/>
    </dgm:pt>
    <dgm:pt modelId="{F9C927BC-573B-4357-A6BF-09BCC74E2C9B}" type="pres">
      <dgm:prSet presAssocID="{BEF33749-84DB-489C-8A38-4E4F6AFF3F8D}" presName="iconBgRect" presStyleLbl="bgShp" presStyleIdx="1" presStyleCnt="4"/>
      <dgm:spPr/>
    </dgm:pt>
    <dgm:pt modelId="{7F6810EE-FFD9-44E6-926B-4A4DBDE16B83}" type="pres">
      <dgm:prSet presAssocID="{BEF33749-84DB-489C-8A38-4E4F6AFF3F8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İşlemci"/>
        </a:ext>
      </dgm:extLst>
    </dgm:pt>
    <dgm:pt modelId="{0E6F9D19-2EB4-4D83-B8D2-57C59B6ED7C4}" type="pres">
      <dgm:prSet presAssocID="{BEF33749-84DB-489C-8A38-4E4F6AFF3F8D}" presName="spaceRect" presStyleCnt="0"/>
      <dgm:spPr/>
    </dgm:pt>
    <dgm:pt modelId="{2AD86998-9C31-4A6C-9816-8FEC85185D01}" type="pres">
      <dgm:prSet presAssocID="{BEF33749-84DB-489C-8A38-4E4F6AFF3F8D}" presName="textRect" presStyleLbl="revTx" presStyleIdx="1" presStyleCnt="4">
        <dgm:presLayoutVars>
          <dgm:chMax val="1"/>
          <dgm:chPref val="1"/>
        </dgm:presLayoutVars>
      </dgm:prSet>
      <dgm:spPr/>
    </dgm:pt>
    <dgm:pt modelId="{13AE943D-8968-435A-8A8A-9D2FF5B41C42}" type="pres">
      <dgm:prSet presAssocID="{C5764562-FA35-484A-A864-9F5F483E5819}" presName="sibTrans" presStyleLbl="sibTrans2D1" presStyleIdx="0" presStyleCnt="0"/>
      <dgm:spPr/>
    </dgm:pt>
    <dgm:pt modelId="{7844BF81-44A0-415D-8D57-9BBCF17C6501}" type="pres">
      <dgm:prSet presAssocID="{773D6EE3-138B-430E-9A63-7C7B5871F47B}" presName="compNode" presStyleCnt="0"/>
      <dgm:spPr/>
    </dgm:pt>
    <dgm:pt modelId="{37897F31-29B2-4D13-857B-13CED02C4C3A}" type="pres">
      <dgm:prSet presAssocID="{773D6EE3-138B-430E-9A63-7C7B5871F47B}" presName="iconBgRect" presStyleLbl="bgShp" presStyleIdx="2" presStyleCnt="4"/>
      <dgm:spPr/>
    </dgm:pt>
    <dgm:pt modelId="{CF690B00-B2DA-4F94-ACA8-60CD6AF33DE8}" type="pres">
      <dgm:prSet presAssocID="{773D6EE3-138B-430E-9A63-7C7B5871F47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11EF0FC0-F5E6-44A0-8B6B-9B4942932DEB}" type="pres">
      <dgm:prSet presAssocID="{773D6EE3-138B-430E-9A63-7C7B5871F47B}" presName="spaceRect" presStyleCnt="0"/>
      <dgm:spPr/>
    </dgm:pt>
    <dgm:pt modelId="{1FBDB2EA-0991-4764-AD30-C67A05367D4A}" type="pres">
      <dgm:prSet presAssocID="{773D6EE3-138B-430E-9A63-7C7B5871F47B}" presName="textRect" presStyleLbl="revTx" presStyleIdx="2" presStyleCnt="4">
        <dgm:presLayoutVars>
          <dgm:chMax val="1"/>
          <dgm:chPref val="1"/>
        </dgm:presLayoutVars>
      </dgm:prSet>
      <dgm:spPr/>
    </dgm:pt>
    <dgm:pt modelId="{4A794620-7D66-43AA-B732-87F4FFB2377F}" type="pres">
      <dgm:prSet presAssocID="{A6EBE39D-EA4A-4134-A1E6-F5F2832E5AF4}" presName="sibTrans" presStyleLbl="sibTrans2D1" presStyleIdx="0" presStyleCnt="0"/>
      <dgm:spPr/>
    </dgm:pt>
    <dgm:pt modelId="{A56DA19C-C312-4E2B-8D81-5FD6FE2A9105}" type="pres">
      <dgm:prSet presAssocID="{274DEC4E-E908-4629-A1C4-AA99BAD90EBF}" presName="compNode" presStyleCnt="0"/>
      <dgm:spPr/>
    </dgm:pt>
    <dgm:pt modelId="{4803B206-E409-4F03-AB19-50D32087CC7F}" type="pres">
      <dgm:prSet presAssocID="{274DEC4E-E908-4629-A1C4-AA99BAD90EBF}" presName="iconBgRect" presStyleLbl="bgShp" presStyleIdx="3" presStyleCnt="4"/>
      <dgm:spPr/>
    </dgm:pt>
    <dgm:pt modelId="{DD9E00D4-F8CE-4C52-98A8-37398C056EC9}" type="pres">
      <dgm:prSet presAssocID="{274DEC4E-E908-4629-A1C4-AA99BAD90EB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öpek Balığı"/>
        </a:ext>
      </dgm:extLst>
    </dgm:pt>
    <dgm:pt modelId="{837C5E31-B5D7-495F-A326-1315082D481B}" type="pres">
      <dgm:prSet presAssocID="{274DEC4E-E908-4629-A1C4-AA99BAD90EBF}" presName="spaceRect" presStyleCnt="0"/>
      <dgm:spPr/>
    </dgm:pt>
    <dgm:pt modelId="{018CAA68-ACAE-468E-A46A-05EB91C6B19F}" type="pres">
      <dgm:prSet presAssocID="{274DEC4E-E908-4629-A1C4-AA99BAD90EB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EA48908-499B-43D6-8B53-CEC60051E9F3}" type="presOf" srcId="{98F7C427-55C9-4BA3-B84A-78575E370B5D}" destId="{1AEAB6E1-95F7-4D8E-ACE7-7CF3BD4AC0A9}" srcOrd="0" destOrd="0" presId="urn:microsoft.com/office/officeart/2018/2/layout/IconCircleList"/>
    <dgm:cxn modelId="{6CA64B10-ADB7-43B4-95D0-8EC19D459956}" type="presOf" srcId="{773D6EE3-138B-430E-9A63-7C7B5871F47B}" destId="{1FBDB2EA-0991-4764-AD30-C67A05367D4A}" srcOrd="0" destOrd="0" presId="urn:microsoft.com/office/officeart/2018/2/layout/IconCircleList"/>
    <dgm:cxn modelId="{246BBD18-D551-4DFD-8D7C-EFB0D43A9C15}" type="presOf" srcId="{274DEC4E-E908-4629-A1C4-AA99BAD90EBF}" destId="{018CAA68-ACAE-468E-A46A-05EB91C6B19F}" srcOrd="0" destOrd="0" presId="urn:microsoft.com/office/officeart/2018/2/layout/IconCircleList"/>
    <dgm:cxn modelId="{DFEFC12A-EC60-4021-814A-AFF02CAA91A5}" srcId="{9FA7FDBE-0FA5-4574-B569-1987C3204843}" destId="{773D6EE3-138B-430E-9A63-7C7B5871F47B}" srcOrd="2" destOrd="0" parTransId="{BA68050F-CFD4-4173-A6CE-17EFCE525447}" sibTransId="{A6EBE39D-EA4A-4134-A1E6-F5F2832E5AF4}"/>
    <dgm:cxn modelId="{7A1E513A-6B13-4901-B6D4-927542009341}" srcId="{9FA7FDBE-0FA5-4574-B569-1987C3204843}" destId="{98F7C427-55C9-4BA3-B84A-78575E370B5D}" srcOrd="0" destOrd="0" parTransId="{3DF56521-AE5A-44B4-888A-1F55DFA1B00A}" sibTransId="{EBFE5C59-204D-4A78-9810-AEDF8956412F}"/>
    <dgm:cxn modelId="{7C77AF49-2226-4291-8BF6-BFB41EB2BF8A}" srcId="{9FA7FDBE-0FA5-4574-B569-1987C3204843}" destId="{BEF33749-84DB-489C-8A38-4E4F6AFF3F8D}" srcOrd="1" destOrd="0" parTransId="{342C0EFB-7A18-4A9F-AF4A-BD7E8E8A9F71}" sibTransId="{C5764562-FA35-484A-A864-9F5F483E5819}"/>
    <dgm:cxn modelId="{460C3C53-FF53-4CD4-9C44-3C54A3C673EA}" type="presOf" srcId="{C5764562-FA35-484A-A864-9F5F483E5819}" destId="{13AE943D-8968-435A-8A8A-9D2FF5B41C42}" srcOrd="0" destOrd="0" presId="urn:microsoft.com/office/officeart/2018/2/layout/IconCircleList"/>
    <dgm:cxn modelId="{83469F90-B263-4B35-973D-B4C526FAFDA4}" type="presOf" srcId="{BEF33749-84DB-489C-8A38-4E4F6AFF3F8D}" destId="{2AD86998-9C31-4A6C-9816-8FEC85185D01}" srcOrd="0" destOrd="0" presId="urn:microsoft.com/office/officeart/2018/2/layout/IconCircleList"/>
    <dgm:cxn modelId="{09549AA2-A4FA-4F44-948D-FBCB48E5DFFC}" type="presOf" srcId="{A6EBE39D-EA4A-4134-A1E6-F5F2832E5AF4}" destId="{4A794620-7D66-43AA-B732-87F4FFB2377F}" srcOrd="0" destOrd="0" presId="urn:microsoft.com/office/officeart/2018/2/layout/IconCircleList"/>
    <dgm:cxn modelId="{42A783BB-D659-46EB-B0E2-18428574F74A}" srcId="{9FA7FDBE-0FA5-4574-B569-1987C3204843}" destId="{274DEC4E-E908-4629-A1C4-AA99BAD90EBF}" srcOrd="3" destOrd="0" parTransId="{2F13A7F2-87F9-4286-B94A-DFDF11C9FE8E}" sibTransId="{A5D49C06-6E6B-4CAC-86B4-96982DBD8796}"/>
    <dgm:cxn modelId="{3918BAC4-2BE8-45BE-A249-EF81239B6354}" type="presOf" srcId="{EBFE5C59-204D-4A78-9810-AEDF8956412F}" destId="{6E420B1E-17C7-40F7-9F90-F000E4B1C3B0}" srcOrd="0" destOrd="0" presId="urn:microsoft.com/office/officeart/2018/2/layout/IconCircleList"/>
    <dgm:cxn modelId="{CBAB7AEA-40F1-4163-BE77-A99B85743C61}" type="presOf" srcId="{9FA7FDBE-0FA5-4574-B569-1987C3204843}" destId="{61FA2A0A-4ADE-4F1F-A0D6-7503117CFA10}" srcOrd="0" destOrd="0" presId="urn:microsoft.com/office/officeart/2018/2/layout/IconCircleList"/>
    <dgm:cxn modelId="{574785D2-FE1E-4800-B2CC-8877DF0B0BCE}" type="presParOf" srcId="{61FA2A0A-4ADE-4F1F-A0D6-7503117CFA10}" destId="{493ECAD3-92A0-4FE2-B9A8-3FEF35B50BBE}" srcOrd="0" destOrd="0" presId="urn:microsoft.com/office/officeart/2018/2/layout/IconCircleList"/>
    <dgm:cxn modelId="{4B067E31-1F3C-474C-BE35-3F29C599FAFA}" type="presParOf" srcId="{493ECAD3-92A0-4FE2-B9A8-3FEF35B50BBE}" destId="{4672701C-64D1-4503-B7F4-464CD89C9A2B}" srcOrd="0" destOrd="0" presId="urn:microsoft.com/office/officeart/2018/2/layout/IconCircleList"/>
    <dgm:cxn modelId="{37A5238B-75AA-4974-B556-A328D4F02305}" type="presParOf" srcId="{4672701C-64D1-4503-B7F4-464CD89C9A2B}" destId="{B6AD59A2-8D79-4790-9F66-796D6F9C7AEA}" srcOrd="0" destOrd="0" presId="urn:microsoft.com/office/officeart/2018/2/layout/IconCircleList"/>
    <dgm:cxn modelId="{B1F5B501-CCF9-4B91-BEFA-1132036DAEC0}" type="presParOf" srcId="{4672701C-64D1-4503-B7F4-464CD89C9A2B}" destId="{27BFF915-E32F-4318-B22A-235D94E8003A}" srcOrd="1" destOrd="0" presId="urn:microsoft.com/office/officeart/2018/2/layout/IconCircleList"/>
    <dgm:cxn modelId="{06A7381D-798B-41C2-9708-BBCF6729A49A}" type="presParOf" srcId="{4672701C-64D1-4503-B7F4-464CD89C9A2B}" destId="{15E14AC6-24CE-47DE-A5D6-B450057DAB8B}" srcOrd="2" destOrd="0" presId="urn:microsoft.com/office/officeart/2018/2/layout/IconCircleList"/>
    <dgm:cxn modelId="{15118D58-2316-4EEE-82D9-3AE84453E4E7}" type="presParOf" srcId="{4672701C-64D1-4503-B7F4-464CD89C9A2B}" destId="{1AEAB6E1-95F7-4D8E-ACE7-7CF3BD4AC0A9}" srcOrd="3" destOrd="0" presId="urn:microsoft.com/office/officeart/2018/2/layout/IconCircleList"/>
    <dgm:cxn modelId="{99302038-A7EC-4EF2-B442-F70EB6D9759F}" type="presParOf" srcId="{493ECAD3-92A0-4FE2-B9A8-3FEF35B50BBE}" destId="{6E420B1E-17C7-40F7-9F90-F000E4B1C3B0}" srcOrd="1" destOrd="0" presId="urn:microsoft.com/office/officeart/2018/2/layout/IconCircleList"/>
    <dgm:cxn modelId="{2F10D9CE-96DC-4CAF-9BDA-40A24F663F4A}" type="presParOf" srcId="{493ECAD3-92A0-4FE2-B9A8-3FEF35B50BBE}" destId="{4FBC23D9-0FDC-47BC-8B29-C8926A653EE7}" srcOrd="2" destOrd="0" presId="urn:microsoft.com/office/officeart/2018/2/layout/IconCircleList"/>
    <dgm:cxn modelId="{C6A7C730-FF1B-42DC-BC23-97E280F25A27}" type="presParOf" srcId="{4FBC23D9-0FDC-47BC-8B29-C8926A653EE7}" destId="{F9C927BC-573B-4357-A6BF-09BCC74E2C9B}" srcOrd="0" destOrd="0" presId="urn:microsoft.com/office/officeart/2018/2/layout/IconCircleList"/>
    <dgm:cxn modelId="{DA9D9A2C-3E9C-4361-A292-BE4FCF458B2A}" type="presParOf" srcId="{4FBC23D9-0FDC-47BC-8B29-C8926A653EE7}" destId="{7F6810EE-FFD9-44E6-926B-4A4DBDE16B83}" srcOrd="1" destOrd="0" presId="urn:microsoft.com/office/officeart/2018/2/layout/IconCircleList"/>
    <dgm:cxn modelId="{DBE4547A-0250-4B1D-ABF8-85FA1AA34138}" type="presParOf" srcId="{4FBC23D9-0FDC-47BC-8B29-C8926A653EE7}" destId="{0E6F9D19-2EB4-4D83-B8D2-57C59B6ED7C4}" srcOrd="2" destOrd="0" presId="urn:microsoft.com/office/officeart/2018/2/layout/IconCircleList"/>
    <dgm:cxn modelId="{B8E33B5B-8F67-4E15-8225-51690FB4C0D9}" type="presParOf" srcId="{4FBC23D9-0FDC-47BC-8B29-C8926A653EE7}" destId="{2AD86998-9C31-4A6C-9816-8FEC85185D01}" srcOrd="3" destOrd="0" presId="urn:microsoft.com/office/officeart/2018/2/layout/IconCircleList"/>
    <dgm:cxn modelId="{7359CCBB-A822-4350-AE84-3D36BF196BDE}" type="presParOf" srcId="{493ECAD3-92A0-4FE2-B9A8-3FEF35B50BBE}" destId="{13AE943D-8968-435A-8A8A-9D2FF5B41C42}" srcOrd="3" destOrd="0" presId="urn:microsoft.com/office/officeart/2018/2/layout/IconCircleList"/>
    <dgm:cxn modelId="{5547ED30-CBD0-41DC-8D67-3C428F799EDF}" type="presParOf" srcId="{493ECAD3-92A0-4FE2-B9A8-3FEF35B50BBE}" destId="{7844BF81-44A0-415D-8D57-9BBCF17C6501}" srcOrd="4" destOrd="0" presId="urn:microsoft.com/office/officeart/2018/2/layout/IconCircleList"/>
    <dgm:cxn modelId="{E636AE3B-0B7F-48FC-BF9A-BB262BBAF150}" type="presParOf" srcId="{7844BF81-44A0-415D-8D57-9BBCF17C6501}" destId="{37897F31-29B2-4D13-857B-13CED02C4C3A}" srcOrd="0" destOrd="0" presId="urn:microsoft.com/office/officeart/2018/2/layout/IconCircleList"/>
    <dgm:cxn modelId="{C856B0F4-8EE4-4E7F-8E37-2C51531054C0}" type="presParOf" srcId="{7844BF81-44A0-415D-8D57-9BBCF17C6501}" destId="{CF690B00-B2DA-4F94-ACA8-60CD6AF33DE8}" srcOrd="1" destOrd="0" presId="urn:microsoft.com/office/officeart/2018/2/layout/IconCircleList"/>
    <dgm:cxn modelId="{3DE4F48A-44C1-45C6-B511-930B3CEA3E84}" type="presParOf" srcId="{7844BF81-44A0-415D-8D57-9BBCF17C6501}" destId="{11EF0FC0-F5E6-44A0-8B6B-9B4942932DEB}" srcOrd="2" destOrd="0" presId="urn:microsoft.com/office/officeart/2018/2/layout/IconCircleList"/>
    <dgm:cxn modelId="{F88D8783-25FA-46A2-B8C5-17883125D152}" type="presParOf" srcId="{7844BF81-44A0-415D-8D57-9BBCF17C6501}" destId="{1FBDB2EA-0991-4764-AD30-C67A05367D4A}" srcOrd="3" destOrd="0" presId="urn:microsoft.com/office/officeart/2018/2/layout/IconCircleList"/>
    <dgm:cxn modelId="{1836B45D-FD1E-4E4A-B903-FAB95FB04431}" type="presParOf" srcId="{493ECAD3-92A0-4FE2-B9A8-3FEF35B50BBE}" destId="{4A794620-7D66-43AA-B732-87F4FFB2377F}" srcOrd="5" destOrd="0" presId="urn:microsoft.com/office/officeart/2018/2/layout/IconCircleList"/>
    <dgm:cxn modelId="{476C5CAC-778C-4697-BF50-071D3867F2D5}" type="presParOf" srcId="{493ECAD3-92A0-4FE2-B9A8-3FEF35B50BBE}" destId="{A56DA19C-C312-4E2B-8D81-5FD6FE2A9105}" srcOrd="6" destOrd="0" presId="urn:microsoft.com/office/officeart/2018/2/layout/IconCircleList"/>
    <dgm:cxn modelId="{39E674FB-4297-4F56-823C-49C717C5CB33}" type="presParOf" srcId="{A56DA19C-C312-4E2B-8D81-5FD6FE2A9105}" destId="{4803B206-E409-4F03-AB19-50D32087CC7F}" srcOrd="0" destOrd="0" presId="urn:microsoft.com/office/officeart/2018/2/layout/IconCircleList"/>
    <dgm:cxn modelId="{B541853F-A715-4F29-8D1A-F56D19A6BCE5}" type="presParOf" srcId="{A56DA19C-C312-4E2B-8D81-5FD6FE2A9105}" destId="{DD9E00D4-F8CE-4C52-98A8-37398C056EC9}" srcOrd="1" destOrd="0" presId="urn:microsoft.com/office/officeart/2018/2/layout/IconCircleList"/>
    <dgm:cxn modelId="{48E9A2C0-E347-4625-94C4-F96C5CF8992D}" type="presParOf" srcId="{A56DA19C-C312-4E2B-8D81-5FD6FE2A9105}" destId="{837C5E31-B5D7-495F-A326-1315082D481B}" srcOrd="2" destOrd="0" presId="urn:microsoft.com/office/officeart/2018/2/layout/IconCircleList"/>
    <dgm:cxn modelId="{2A18BFE7-FE88-42B6-A813-7E76DD6EE8BE}" type="presParOf" srcId="{A56DA19C-C312-4E2B-8D81-5FD6FE2A9105}" destId="{018CAA68-ACAE-468E-A46A-05EB91C6B19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6D1DFD6-9E5C-446F-8F48-BE326CB1EFF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CDD0CC4-9364-493E-94E0-1FF8F32BC486}">
      <dgm:prSet/>
      <dgm:spPr/>
      <dgm:t>
        <a:bodyPr/>
        <a:lstStyle/>
        <a:p>
          <a:pPr>
            <a:defRPr cap="all"/>
          </a:pPr>
          <a:r>
            <a:rPr lang="en-US"/>
            <a:t>Hızlandırılmış Geliştirme: Karmaşık grafiksel/matematiksel sorunların hızlıca çözülmesi.</a:t>
          </a:r>
        </a:p>
      </dgm:t>
    </dgm:pt>
    <dgm:pt modelId="{62F09FCD-AD5D-427A-B872-9974EAA3C5BC}" type="parTrans" cxnId="{406DE776-0949-4977-BF41-DB3C7628810B}">
      <dgm:prSet/>
      <dgm:spPr/>
      <dgm:t>
        <a:bodyPr/>
        <a:lstStyle/>
        <a:p>
          <a:endParaRPr lang="en-US"/>
        </a:p>
      </dgm:t>
    </dgm:pt>
    <dgm:pt modelId="{ABDB93E4-7D00-4C66-A9F9-37C5D254C05D}" type="sibTrans" cxnId="{406DE776-0949-4977-BF41-DB3C7628810B}">
      <dgm:prSet/>
      <dgm:spPr/>
      <dgm:t>
        <a:bodyPr/>
        <a:lstStyle/>
        <a:p>
          <a:endParaRPr lang="en-US"/>
        </a:p>
      </dgm:t>
    </dgm:pt>
    <dgm:pt modelId="{ED32468D-9C78-4902-B4F5-E709DA749C9F}">
      <dgm:prSet/>
      <dgm:spPr/>
      <dgm:t>
        <a:bodyPr/>
        <a:lstStyle/>
        <a:p>
          <a:pPr>
            <a:defRPr cap="all"/>
          </a:pPr>
          <a:r>
            <a:rPr lang="en-US"/>
            <a:t>Optimizasyon: Performans darboğazlarının baştan giderilmesi.</a:t>
          </a:r>
        </a:p>
      </dgm:t>
    </dgm:pt>
    <dgm:pt modelId="{856657FE-4112-434B-B7AF-08A985D56AEF}" type="parTrans" cxnId="{16E4198A-C0C2-4170-AD91-B0C9F19BF825}">
      <dgm:prSet/>
      <dgm:spPr/>
      <dgm:t>
        <a:bodyPr/>
        <a:lstStyle/>
        <a:p>
          <a:endParaRPr lang="en-US"/>
        </a:p>
      </dgm:t>
    </dgm:pt>
    <dgm:pt modelId="{A1457055-C043-4D8E-A334-DDCB9C125D1A}" type="sibTrans" cxnId="{16E4198A-C0C2-4170-AD91-B0C9F19BF825}">
      <dgm:prSet/>
      <dgm:spPr/>
      <dgm:t>
        <a:bodyPr/>
        <a:lstStyle/>
        <a:p>
          <a:endParaRPr lang="en-US"/>
        </a:p>
      </dgm:t>
    </dgm:pt>
    <dgm:pt modelId="{2314BEAE-EA6A-4F4F-8EFB-E7D7B0CF2F8E}">
      <dgm:prSet/>
      <dgm:spPr/>
      <dgm:t>
        <a:bodyPr/>
        <a:lstStyle/>
        <a:p>
          <a:pPr>
            <a:defRPr cap="all"/>
          </a:pPr>
          <a:r>
            <a:rPr lang="en-US"/>
            <a:t>Rehberlik: Havacılık sistemlerinin mantığını koda dökmek için yönerge sağlanması.</a:t>
          </a:r>
        </a:p>
      </dgm:t>
    </dgm:pt>
    <dgm:pt modelId="{A012C5C7-6A8D-44CC-8353-91658E386827}" type="parTrans" cxnId="{C686AB89-0859-4AFE-9E2C-9780157DCBFD}">
      <dgm:prSet/>
      <dgm:spPr/>
      <dgm:t>
        <a:bodyPr/>
        <a:lstStyle/>
        <a:p>
          <a:endParaRPr lang="en-US"/>
        </a:p>
      </dgm:t>
    </dgm:pt>
    <dgm:pt modelId="{6CB11164-7EDB-4238-B1D9-D7DC03646070}" type="sibTrans" cxnId="{C686AB89-0859-4AFE-9E2C-9780157DCBFD}">
      <dgm:prSet/>
      <dgm:spPr/>
      <dgm:t>
        <a:bodyPr/>
        <a:lstStyle/>
        <a:p>
          <a:endParaRPr lang="en-US"/>
        </a:p>
      </dgm:t>
    </dgm:pt>
    <dgm:pt modelId="{253BBB96-8EB1-4BCD-8745-E304D4D3006B}">
      <dgm:prSet/>
      <dgm:spPr/>
      <dgm:t>
        <a:bodyPr/>
        <a:lstStyle/>
        <a:p>
          <a:pPr>
            <a:defRPr cap="all"/>
          </a:pPr>
          <a:r>
            <a:rPr lang="en-US"/>
            <a:t>Hatasızlık: İnsan - AI işbirliği sayesinde profesyonel standartlara ulaşılması.</a:t>
          </a:r>
        </a:p>
      </dgm:t>
    </dgm:pt>
    <dgm:pt modelId="{122932E5-3F51-4B2C-B8B2-052FD38DE251}" type="parTrans" cxnId="{BAE173F5-F60C-4603-BEA9-25DF4C9F8411}">
      <dgm:prSet/>
      <dgm:spPr/>
      <dgm:t>
        <a:bodyPr/>
        <a:lstStyle/>
        <a:p>
          <a:endParaRPr lang="en-US"/>
        </a:p>
      </dgm:t>
    </dgm:pt>
    <dgm:pt modelId="{C694F20F-CD39-4870-BB67-00D4F32286FA}" type="sibTrans" cxnId="{BAE173F5-F60C-4603-BEA9-25DF4C9F8411}">
      <dgm:prSet/>
      <dgm:spPr/>
      <dgm:t>
        <a:bodyPr/>
        <a:lstStyle/>
        <a:p>
          <a:endParaRPr lang="en-US"/>
        </a:p>
      </dgm:t>
    </dgm:pt>
    <dgm:pt modelId="{758BB98E-E2C7-4151-8B35-3350C0A2DBB5}" type="pres">
      <dgm:prSet presAssocID="{16D1DFD6-9E5C-446F-8F48-BE326CB1EFF6}" presName="root" presStyleCnt="0">
        <dgm:presLayoutVars>
          <dgm:dir/>
          <dgm:resizeHandles val="exact"/>
        </dgm:presLayoutVars>
      </dgm:prSet>
      <dgm:spPr/>
    </dgm:pt>
    <dgm:pt modelId="{753DF97E-9738-4783-93B4-9740F1A7F8B0}" type="pres">
      <dgm:prSet presAssocID="{4CDD0CC4-9364-493E-94E0-1FF8F32BC486}" presName="compNode" presStyleCnt="0"/>
      <dgm:spPr/>
    </dgm:pt>
    <dgm:pt modelId="{5BC3C9EA-9E0D-43F3-A30C-9AF719067D3A}" type="pres">
      <dgm:prSet presAssocID="{4CDD0CC4-9364-493E-94E0-1FF8F32BC486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FFBAC80-0EAB-45DD-BED2-CBFAE9808804}" type="pres">
      <dgm:prSet presAssocID="{4CDD0CC4-9364-493E-94E0-1FF8F32BC48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irent"/>
        </a:ext>
      </dgm:extLst>
    </dgm:pt>
    <dgm:pt modelId="{C035B9D8-E00B-4FB2-B70D-9EC406AC723C}" type="pres">
      <dgm:prSet presAssocID="{4CDD0CC4-9364-493E-94E0-1FF8F32BC486}" presName="spaceRect" presStyleCnt="0"/>
      <dgm:spPr/>
    </dgm:pt>
    <dgm:pt modelId="{7A14068F-C1B6-43A7-9DC4-AABA4CA6BCAF}" type="pres">
      <dgm:prSet presAssocID="{4CDD0CC4-9364-493E-94E0-1FF8F32BC486}" presName="textRect" presStyleLbl="revTx" presStyleIdx="0" presStyleCnt="4">
        <dgm:presLayoutVars>
          <dgm:chMax val="1"/>
          <dgm:chPref val="1"/>
        </dgm:presLayoutVars>
      </dgm:prSet>
      <dgm:spPr/>
    </dgm:pt>
    <dgm:pt modelId="{59CBC4B2-4F5A-414B-8D8A-FD88FDA0D9C4}" type="pres">
      <dgm:prSet presAssocID="{ABDB93E4-7D00-4C66-A9F9-37C5D254C05D}" presName="sibTrans" presStyleCnt="0"/>
      <dgm:spPr/>
    </dgm:pt>
    <dgm:pt modelId="{8E94A643-ABB8-43F9-86E4-91BED2B2362D}" type="pres">
      <dgm:prSet presAssocID="{ED32468D-9C78-4902-B4F5-E709DA749C9F}" presName="compNode" presStyleCnt="0"/>
      <dgm:spPr/>
    </dgm:pt>
    <dgm:pt modelId="{9194960F-A661-496C-8F32-35E60233325F}" type="pres">
      <dgm:prSet presAssocID="{ED32468D-9C78-4902-B4F5-E709DA749C9F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C5B718C-3751-471F-9F94-18D935A92ED7}" type="pres">
      <dgm:prSet presAssocID="{ED32468D-9C78-4902-B4F5-E709DA749C9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şliler"/>
        </a:ext>
      </dgm:extLst>
    </dgm:pt>
    <dgm:pt modelId="{DDAEC02A-8857-4230-873E-3CA7EF8DB259}" type="pres">
      <dgm:prSet presAssocID="{ED32468D-9C78-4902-B4F5-E709DA749C9F}" presName="spaceRect" presStyleCnt="0"/>
      <dgm:spPr/>
    </dgm:pt>
    <dgm:pt modelId="{C90D7929-CBAE-44CD-889F-9EDE9AE3C646}" type="pres">
      <dgm:prSet presAssocID="{ED32468D-9C78-4902-B4F5-E709DA749C9F}" presName="textRect" presStyleLbl="revTx" presStyleIdx="1" presStyleCnt="4">
        <dgm:presLayoutVars>
          <dgm:chMax val="1"/>
          <dgm:chPref val="1"/>
        </dgm:presLayoutVars>
      </dgm:prSet>
      <dgm:spPr/>
    </dgm:pt>
    <dgm:pt modelId="{3D9EE88D-B1D6-409B-9AC8-F727A5C34207}" type="pres">
      <dgm:prSet presAssocID="{A1457055-C043-4D8E-A334-DDCB9C125D1A}" presName="sibTrans" presStyleCnt="0"/>
      <dgm:spPr/>
    </dgm:pt>
    <dgm:pt modelId="{B80E7EFC-CF58-49E7-9DE0-6010B216431E}" type="pres">
      <dgm:prSet presAssocID="{2314BEAE-EA6A-4F4F-8EFB-E7D7B0CF2F8E}" presName="compNode" presStyleCnt="0"/>
      <dgm:spPr/>
    </dgm:pt>
    <dgm:pt modelId="{6B862E9C-F78F-4D93-BCAC-0CDC528DD3E1}" type="pres">
      <dgm:prSet presAssocID="{2314BEAE-EA6A-4F4F-8EFB-E7D7B0CF2F8E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8EBB7AD-722F-444F-B2CD-1BD0CBB01ADE}" type="pres">
      <dgm:prSet presAssocID="{2314BEAE-EA6A-4F4F-8EFB-E7D7B0CF2F8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kopter"/>
        </a:ext>
      </dgm:extLst>
    </dgm:pt>
    <dgm:pt modelId="{22833AE5-E851-4E40-A35E-A5545F068B76}" type="pres">
      <dgm:prSet presAssocID="{2314BEAE-EA6A-4F4F-8EFB-E7D7B0CF2F8E}" presName="spaceRect" presStyleCnt="0"/>
      <dgm:spPr/>
    </dgm:pt>
    <dgm:pt modelId="{0C6A7A2A-261F-48AE-A25B-DB76D9E5AD30}" type="pres">
      <dgm:prSet presAssocID="{2314BEAE-EA6A-4F4F-8EFB-E7D7B0CF2F8E}" presName="textRect" presStyleLbl="revTx" presStyleIdx="2" presStyleCnt="4">
        <dgm:presLayoutVars>
          <dgm:chMax val="1"/>
          <dgm:chPref val="1"/>
        </dgm:presLayoutVars>
      </dgm:prSet>
      <dgm:spPr/>
    </dgm:pt>
    <dgm:pt modelId="{1FD886EC-80C9-48FD-A164-E119EA2C2E1B}" type="pres">
      <dgm:prSet presAssocID="{6CB11164-7EDB-4238-B1D9-D7DC03646070}" presName="sibTrans" presStyleCnt="0"/>
      <dgm:spPr/>
    </dgm:pt>
    <dgm:pt modelId="{1B1E42F8-2478-476F-84EA-4BC22689B38E}" type="pres">
      <dgm:prSet presAssocID="{253BBB96-8EB1-4BCD-8745-E304D4D3006B}" presName="compNode" presStyleCnt="0"/>
      <dgm:spPr/>
    </dgm:pt>
    <dgm:pt modelId="{F194A759-4DD5-4202-824C-656E7FADCA10}" type="pres">
      <dgm:prSet presAssocID="{253BBB96-8EB1-4BCD-8745-E304D4D3006B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C8035B4-D94F-4CB5-A97E-1EEB6FDE185D}" type="pres">
      <dgm:prSet presAssocID="{253BBB96-8EB1-4BCD-8745-E304D4D3006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r grup erkek"/>
        </a:ext>
      </dgm:extLst>
    </dgm:pt>
    <dgm:pt modelId="{A07EB836-95F5-47B7-B2D9-318D280E78A4}" type="pres">
      <dgm:prSet presAssocID="{253BBB96-8EB1-4BCD-8745-E304D4D3006B}" presName="spaceRect" presStyleCnt="0"/>
      <dgm:spPr/>
    </dgm:pt>
    <dgm:pt modelId="{6A3E9398-EC39-4293-A224-B58C486DA2FD}" type="pres">
      <dgm:prSet presAssocID="{253BBB96-8EB1-4BCD-8745-E304D4D3006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01F3201-B8E0-46F8-A132-52CC07555035}" type="presOf" srcId="{16D1DFD6-9E5C-446F-8F48-BE326CB1EFF6}" destId="{758BB98E-E2C7-4151-8B35-3350C0A2DBB5}" srcOrd="0" destOrd="0" presId="urn:microsoft.com/office/officeart/2018/5/layout/IconLeafLabelList"/>
    <dgm:cxn modelId="{7F500A04-3070-4E13-AA4B-C813A1AB9E74}" type="presOf" srcId="{253BBB96-8EB1-4BCD-8745-E304D4D3006B}" destId="{6A3E9398-EC39-4293-A224-B58C486DA2FD}" srcOrd="0" destOrd="0" presId="urn:microsoft.com/office/officeart/2018/5/layout/IconLeafLabelList"/>
    <dgm:cxn modelId="{1E2D590A-C7C4-4640-BA52-9F32226969C0}" type="presOf" srcId="{ED32468D-9C78-4902-B4F5-E709DA749C9F}" destId="{C90D7929-CBAE-44CD-889F-9EDE9AE3C646}" srcOrd="0" destOrd="0" presId="urn:microsoft.com/office/officeart/2018/5/layout/IconLeafLabelList"/>
    <dgm:cxn modelId="{4A7D7627-A035-4ADC-A1A8-8BF54491449A}" type="presOf" srcId="{4CDD0CC4-9364-493E-94E0-1FF8F32BC486}" destId="{7A14068F-C1B6-43A7-9DC4-AABA4CA6BCAF}" srcOrd="0" destOrd="0" presId="urn:microsoft.com/office/officeart/2018/5/layout/IconLeafLabelList"/>
    <dgm:cxn modelId="{406DE776-0949-4977-BF41-DB3C7628810B}" srcId="{16D1DFD6-9E5C-446F-8F48-BE326CB1EFF6}" destId="{4CDD0CC4-9364-493E-94E0-1FF8F32BC486}" srcOrd="0" destOrd="0" parTransId="{62F09FCD-AD5D-427A-B872-9974EAA3C5BC}" sibTransId="{ABDB93E4-7D00-4C66-A9F9-37C5D254C05D}"/>
    <dgm:cxn modelId="{C686AB89-0859-4AFE-9E2C-9780157DCBFD}" srcId="{16D1DFD6-9E5C-446F-8F48-BE326CB1EFF6}" destId="{2314BEAE-EA6A-4F4F-8EFB-E7D7B0CF2F8E}" srcOrd="2" destOrd="0" parTransId="{A012C5C7-6A8D-44CC-8353-91658E386827}" sibTransId="{6CB11164-7EDB-4238-B1D9-D7DC03646070}"/>
    <dgm:cxn modelId="{16E4198A-C0C2-4170-AD91-B0C9F19BF825}" srcId="{16D1DFD6-9E5C-446F-8F48-BE326CB1EFF6}" destId="{ED32468D-9C78-4902-B4F5-E709DA749C9F}" srcOrd="1" destOrd="0" parTransId="{856657FE-4112-434B-B7AF-08A985D56AEF}" sibTransId="{A1457055-C043-4D8E-A334-DDCB9C125D1A}"/>
    <dgm:cxn modelId="{68EE45CA-52C9-4696-97FF-7612AF88E13F}" type="presOf" srcId="{2314BEAE-EA6A-4F4F-8EFB-E7D7B0CF2F8E}" destId="{0C6A7A2A-261F-48AE-A25B-DB76D9E5AD30}" srcOrd="0" destOrd="0" presId="urn:microsoft.com/office/officeart/2018/5/layout/IconLeafLabelList"/>
    <dgm:cxn modelId="{BAE173F5-F60C-4603-BEA9-25DF4C9F8411}" srcId="{16D1DFD6-9E5C-446F-8F48-BE326CB1EFF6}" destId="{253BBB96-8EB1-4BCD-8745-E304D4D3006B}" srcOrd="3" destOrd="0" parTransId="{122932E5-3F51-4B2C-B8B2-052FD38DE251}" sibTransId="{C694F20F-CD39-4870-BB67-00D4F32286FA}"/>
    <dgm:cxn modelId="{D5F6DBED-0E2F-4E90-B661-94B42DFA8E1B}" type="presParOf" srcId="{758BB98E-E2C7-4151-8B35-3350C0A2DBB5}" destId="{753DF97E-9738-4783-93B4-9740F1A7F8B0}" srcOrd="0" destOrd="0" presId="urn:microsoft.com/office/officeart/2018/5/layout/IconLeafLabelList"/>
    <dgm:cxn modelId="{97BBBBC3-E884-4593-B094-0420B92254C3}" type="presParOf" srcId="{753DF97E-9738-4783-93B4-9740F1A7F8B0}" destId="{5BC3C9EA-9E0D-43F3-A30C-9AF719067D3A}" srcOrd="0" destOrd="0" presId="urn:microsoft.com/office/officeart/2018/5/layout/IconLeafLabelList"/>
    <dgm:cxn modelId="{84D9C7D5-2AC7-450B-BF29-AA60A7175032}" type="presParOf" srcId="{753DF97E-9738-4783-93B4-9740F1A7F8B0}" destId="{4FFBAC80-0EAB-45DD-BED2-CBFAE9808804}" srcOrd="1" destOrd="0" presId="urn:microsoft.com/office/officeart/2018/5/layout/IconLeafLabelList"/>
    <dgm:cxn modelId="{CCF64A40-4BE8-49A4-9DB3-80CEB09095BA}" type="presParOf" srcId="{753DF97E-9738-4783-93B4-9740F1A7F8B0}" destId="{C035B9D8-E00B-4FB2-B70D-9EC406AC723C}" srcOrd="2" destOrd="0" presId="urn:microsoft.com/office/officeart/2018/5/layout/IconLeafLabelList"/>
    <dgm:cxn modelId="{DE56D260-94C9-4810-BDFA-30A22A2B64C1}" type="presParOf" srcId="{753DF97E-9738-4783-93B4-9740F1A7F8B0}" destId="{7A14068F-C1B6-43A7-9DC4-AABA4CA6BCAF}" srcOrd="3" destOrd="0" presId="urn:microsoft.com/office/officeart/2018/5/layout/IconLeafLabelList"/>
    <dgm:cxn modelId="{9C3DB067-4B85-4659-A4C4-5605706C8374}" type="presParOf" srcId="{758BB98E-E2C7-4151-8B35-3350C0A2DBB5}" destId="{59CBC4B2-4F5A-414B-8D8A-FD88FDA0D9C4}" srcOrd="1" destOrd="0" presId="urn:microsoft.com/office/officeart/2018/5/layout/IconLeafLabelList"/>
    <dgm:cxn modelId="{E743F670-B78A-4A87-A433-2CC354E77D68}" type="presParOf" srcId="{758BB98E-E2C7-4151-8B35-3350C0A2DBB5}" destId="{8E94A643-ABB8-43F9-86E4-91BED2B2362D}" srcOrd="2" destOrd="0" presId="urn:microsoft.com/office/officeart/2018/5/layout/IconLeafLabelList"/>
    <dgm:cxn modelId="{BB8C39E8-A31F-4498-A256-ED5C0B6E604E}" type="presParOf" srcId="{8E94A643-ABB8-43F9-86E4-91BED2B2362D}" destId="{9194960F-A661-496C-8F32-35E60233325F}" srcOrd="0" destOrd="0" presId="urn:microsoft.com/office/officeart/2018/5/layout/IconLeafLabelList"/>
    <dgm:cxn modelId="{52C15010-E857-4E52-8FAE-64832CE42277}" type="presParOf" srcId="{8E94A643-ABB8-43F9-86E4-91BED2B2362D}" destId="{6C5B718C-3751-471F-9F94-18D935A92ED7}" srcOrd="1" destOrd="0" presId="urn:microsoft.com/office/officeart/2018/5/layout/IconLeafLabelList"/>
    <dgm:cxn modelId="{74827E23-79DC-4433-AAFB-5ACCEC3A119E}" type="presParOf" srcId="{8E94A643-ABB8-43F9-86E4-91BED2B2362D}" destId="{DDAEC02A-8857-4230-873E-3CA7EF8DB259}" srcOrd="2" destOrd="0" presId="urn:microsoft.com/office/officeart/2018/5/layout/IconLeafLabelList"/>
    <dgm:cxn modelId="{C44E6722-8D19-466E-9945-F29FD864AFE3}" type="presParOf" srcId="{8E94A643-ABB8-43F9-86E4-91BED2B2362D}" destId="{C90D7929-CBAE-44CD-889F-9EDE9AE3C646}" srcOrd="3" destOrd="0" presId="urn:microsoft.com/office/officeart/2018/5/layout/IconLeafLabelList"/>
    <dgm:cxn modelId="{3EBF808D-E65B-4428-97D7-BF0A45689D92}" type="presParOf" srcId="{758BB98E-E2C7-4151-8B35-3350C0A2DBB5}" destId="{3D9EE88D-B1D6-409B-9AC8-F727A5C34207}" srcOrd="3" destOrd="0" presId="urn:microsoft.com/office/officeart/2018/5/layout/IconLeafLabelList"/>
    <dgm:cxn modelId="{92B64F11-5254-45BF-97CA-830BEA48845A}" type="presParOf" srcId="{758BB98E-E2C7-4151-8B35-3350C0A2DBB5}" destId="{B80E7EFC-CF58-49E7-9DE0-6010B216431E}" srcOrd="4" destOrd="0" presId="urn:microsoft.com/office/officeart/2018/5/layout/IconLeafLabelList"/>
    <dgm:cxn modelId="{1935F7FA-CB61-4D6D-B22E-709D76B32D24}" type="presParOf" srcId="{B80E7EFC-CF58-49E7-9DE0-6010B216431E}" destId="{6B862E9C-F78F-4D93-BCAC-0CDC528DD3E1}" srcOrd="0" destOrd="0" presId="urn:microsoft.com/office/officeart/2018/5/layout/IconLeafLabelList"/>
    <dgm:cxn modelId="{242DE3F2-AC8E-4B56-9002-D80EBE848E81}" type="presParOf" srcId="{B80E7EFC-CF58-49E7-9DE0-6010B216431E}" destId="{78EBB7AD-722F-444F-B2CD-1BD0CBB01ADE}" srcOrd="1" destOrd="0" presId="urn:microsoft.com/office/officeart/2018/5/layout/IconLeafLabelList"/>
    <dgm:cxn modelId="{249B19D3-0C05-47CB-BFE1-EA0055CF65DF}" type="presParOf" srcId="{B80E7EFC-CF58-49E7-9DE0-6010B216431E}" destId="{22833AE5-E851-4E40-A35E-A5545F068B76}" srcOrd="2" destOrd="0" presId="urn:microsoft.com/office/officeart/2018/5/layout/IconLeafLabelList"/>
    <dgm:cxn modelId="{82FA6A69-EB66-45CF-A542-4160E5E5AFB2}" type="presParOf" srcId="{B80E7EFC-CF58-49E7-9DE0-6010B216431E}" destId="{0C6A7A2A-261F-48AE-A25B-DB76D9E5AD30}" srcOrd="3" destOrd="0" presId="urn:microsoft.com/office/officeart/2018/5/layout/IconLeafLabelList"/>
    <dgm:cxn modelId="{A78F66A3-EA2C-410E-8B70-462B656556D2}" type="presParOf" srcId="{758BB98E-E2C7-4151-8B35-3350C0A2DBB5}" destId="{1FD886EC-80C9-48FD-A164-E119EA2C2E1B}" srcOrd="5" destOrd="0" presId="urn:microsoft.com/office/officeart/2018/5/layout/IconLeafLabelList"/>
    <dgm:cxn modelId="{68DE250D-E1A2-40C1-976B-6845B0E2C2D9}" type="presParOf" srcId="{758BB98E-E2C7-4151-8B35-3350C0A2DBB5}" destId="{1B1E42F8-2478-476F-84EA-4BC22689B38E}" srcOrd="6" destOrd="0" presId="urn:microsoft.com/office/officeart/2018/5/layout/IconLeafLabelList"/>
    <dgm:cxn modelId="{EFD87E5B-2BD8-4343-9638-C23ECC4F4B68}" type="presParOf" srcId="{1B1E42F8-2478-476F-84EA-4BC22689B38E}" destId="{F194A759-4DD5-4202-824C-656E7FADCA10}" srcOrd="0" destOrd="0" presId="urn:microsoft.com/office/officeart/2018/5/layout/IconLeafLabelList"/>
    <dgm:cxn modelId="{9AD2EE36-04F0-4C64-838C-1FBB612B1FE3}" type="presParOf" srcId="{1B1E42F8-2478-476F-84EA-4BC22689B38E}" destId="{FC8035B4-D94F-4CB5-A97E-1EEB6FDE185D}" srcOrd="1" destOrd="0" presId="urn:microsoft.com/office/officeart/2018/5/layout/IconLeafLabelList"/>
    <dgm:cxn modelId="{EC6A3713-2DC8-4507-9825-113D0EC540B7}" type="presParOf" srcId="{1B1E42F8-2478-476F-84EA-4BC22689B38E}" destId="{A07EB836-95F5-47B7-B2D9-318D280E78A4}" srcOrd="2" destOrd="0" presId="urn:microsoft.com/office/officeart/2018/5/layout/IconLeafLabelList"/>
    <dgm:cxn modelId="{A22EC679-49A2-415B-82F7-40886B980D09}" type="presParOf" srcId="{1B1E42F8-2478-476F-84EA-4BC22689B38E}" destId="{6A3E9398-EC39-4293-A224-B58C486DA2F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2F066C5-2996-4DDB-8EA5-52463A748ED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28A7C7A-AA69-4F94-BC2A-73181364CA8D}">
      <dgm:prSet/>
      <dgm:spPr/>
      <dgm:t>
        <a:bodyPr/>
        <a:lstStyle/>
        <a:p>
          <a:pPr>
            <a:defRPr cap="all"/>
          </a:pPr>
          <a:r>
            <a:rPr lang="en-US"/>
            <a:t>Geliştirilen yazılım, grafiksel bir çizimin ötesinde tam teşekküllü bir mühendislik ve eğitim simülasyonudur.</a:t>
          </a:r>
        </a:p>
      </dgm:t>
    </dgm:pt>
    <dgm:pt modelId="{1E00BB36-D938-4790-8125-EC84EC0C8B7A}" type="parTrans" cxnId="{F1D34AE1-CF2A-4151-9EE8-B1B4E763D125}">
      <dgm:prSet/>
      <dgm:spPr/>
      <dgm:t>
        <a:bodyPr/>
        <a:lstStyle/>
        <a:p>
          <a:endParaRPr lang="en-US"/>
        </a:p>
      </dgm:t>
    </dgm:pt>
    <dgm:pt modelId="{6872941B-828E-463A-9933-BDC678C613B8}" type="sibTrans" cxnId="{F1D34AE1-CF2A-4151-9EE8-B1B4E763D125}">
      <dgm:prSet/>
      <dgm:spPr/>
      <dgm:t>
        <a:bodyPr/>
        <a:lstStyle/>
        <a:p>
          <a:endParaRPr lang="en-US"/>
        </a:p>
      </dgm:t>
    </dgm:pt>
    <dgm:pt modelId="{9C9BED43-AA46-48A6-AC4C-DB87E02A2E05}">
      <dgm:prSet/>
      <dgm:spPr/>
      <dgm:t>
        <a:bodyPr/>
        <a:lstStyle/>
        <a:p>
          <a:pPr>
            <a:defRPr cap="all"/>
          </a:pPr>
          <a:r>
            <a:rPr lang="en-US"/>
            <a:t>Arka planda çalışan matematiksel modellemeleri içerir.</a:t>
          </a:r>
        </a:p>
      </dgm:t>
    </dgm:pt>
    <dgm:pt modelId="{D54FBC61-AB17-49D4-89BF-B7790BFE1E28}" type="parTrans" cxnId="{12317723-46A1-4D8E-B82C-4B7E6719961A}">
      <dgm:prSet/>
      <dgm:spPr/>
      <dgm:t>
        <a:bodyPr/>
        <a:lstStyle/>
        <a:p>
          <a:endParaRPr lang="en-US"/>
        </a:p>
      </dgm:t>
    </dgm:pt>
    <dgm:pt modelId="{8B2F4AD5-A166-4C04-BF82-B2E961651E2D}" type="sibTrans" cxnId="{12317723-46A1-4D8E-B82C-4B7E6719961A}">
      <dgm:prSet/>
      <dgm:spPr/>
      <dgm:t>
        <a:bodyPr/>
        <a:lstStyle/>
        <a:p>
          <a:endParaRPr lang="en-US"/>
        </a:p>
      </dgm:t>
    </dgm:pt>
    <dgm:pt modelId="{F3DDF953-549A-4520-99EA-E6D9B3DFCE71}">
      <dgm:prSet/>
      <dgm:spPr/>
      <dgm:t>
        <a:bodyPr/>
        <a:lstStyle/>
        <a:p>
          <a:pPr>
            <a:defRPr cap="all"/>
          </a:pPr>
          <a:r>
            <a:rPr lang="en-US"/>
            <a:t>Otopilot yeteneği ve arıza senaryoları ile zenginleştirilmiştir.</a:t>
          </a:r>
        </a:p>
      </dgm:t>
    </dgm:pt>
    <dgm:pt modelId="{0C0FF51B-058E-44EF-A49D-8A4320C86331}" type="parTrans" cxnId="{17D4E7C5-506D-4B61-844F-240A2C95B32A}">
      <dgm:prSet/>
      <dgm:spPr/>
      <dgm:t>
        <a:bodyPr/>
        <a:lstStyle/>
        <a:p>
          <a:endParaRPr lang="en-US"/>
        </a:p>
      </dgm:t>
    </dgm:pt>
    <dgm:pt modelId="{064E0F83-ABB4-45C3-B101-4C5D68118808}" type="sibTrans" cxnId="{17D4E7C5-506D-4B61-844F-240A2C95B32A}">
      <dgm:prSet/>
      <dgm:spPr/>
      <dgm:t>
        <a:bodyPr/>
        <a:lstStyle/>
        <a:p>
          <a:endParaRPr lang="en-US"/>
        </a:p>
      </dgm:t>
    </dgm:pt>
    <dgm:pt modelId="{F5D901C6-107D-4239-8558-E6CBE8614C42}">
      <dgm:prSet/>
      <dgm:spPr/>
      <dgm:t>
        <a:bodyPr/>
        <a:lstStyle/>
        <a:p>
          <a:pPr>
            <a:defRPr cap="all"/>
          </a:pPr>
          <a:r>
            <a:rPr lang="en-US"/>
            <a:t>Havacılık temel eğitimlerinde kullanılabilecek değerli bir kaynak oluşturur.</a:t>
          </a:r>
        </a:p>
      </dgm:t>
    </dgm:pt>
    <dgm:pt modelId="{3496C2AC-61EF-40BD-92BD-3C1F3EA405D9}" type="parTrans" cxnId="{A8470EE4-570E-4CA9-8AA0-07AD84C25C76}">
      <dgm:prSet/>
      <dgm:spPr/>
      <dgm:t>
        <a:bodyPr/>
        <a:lstStyle/>
        <a:p>
          <a:endParaRPr lang="en-US"/>
        </a:p>
      </dgm:t>
    </dgm:pt>
    <dgm:pt modelId="{BFF67643-DA3B-472B-86EB-579D314F3A9E}" type="sibTrans" cxnId="{A8470EE4-570E-4CA9-8AA0-07AD84C25C76}">
      <dgm:prSet/>
      <dgm:spPr/>
      <dgm:t>
        <a:bodyPr/>
        <a:lstStyle/>
        <a:p>
          <a:endParaRPr lang="en-US"/>
        </a:p>
      </dgm:t>
    </dgm:pt>
    <dgm:pt modelId="{9643CE98-8567-4737-853C-028A4B8B0689}" type="pres">
      <dgm:prSet presAssocID="{52F066C5-2996-4DDB-8EA5-52463A748ED7}" presName="root" presStyleCnt="0">
        <dgm:presLayoutVars>
          <dgm:dir/>
          <dgm:resizeHandles val="exact"/>
        </dgm:presLayoutVars>
      </dgm:prSet>
      <dgm:spPr/>
    </dgm:pt>
    <dgm:pt modelId="{90F3AD96-F25E-4FDE-AE7A-39CDC72A1351}" type="pres">
      <dgm:prSet presAssocID="{628A7C7A-AA69-4F94-BC2A-73181364CA8D}" presName="compNode" presStyleCnt="0"/>
      <dgm:spPr/>
    </dgm:pt>
    <dgm:pt modelId="{29A85678-5478-4BC3-986C-E6961553E6AA}" type="pres">
      <dgm:prSet presAssocID="{628A7C7A-AA69-4F94-BC2A-73181364CA8D}" presName="iconBgRect" presStyleLbl="bgShp" presStyleIdx="0" presStyleCnt="4"/>
      <dgm:spPr/>
    </dgm:pt>
    <dgm:pt modelId="{626E7482-EF68-423D-83A2-9C296246C819}" type="pres">
      <dgm:prSet presAssocID="{628A7C7A-AA69-4F94-BC2A-73181364CA8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ınıf"/>
        </a:ext>
      </dgm:extLst>
    </dgm:pt>
    <dgm:pt modelId="{E6440D93-34B3-42C5-AECC-BFC36E8646C5}" type="pres">
      <dgm:prSet presAssocID="{628A7C7A-AA69-4F94-BC2A-73181364CA8D}" presName="spaceRect" presStyleCnt="0"/>
      <dgm:spPr/>
    </dgm:pt>
    <dgm:pt modelId="{6A2A696C-9138-498B-9944-FC9B6C45C7FC}" type="pres">
      <dgm:prSet presAssocID="{628A7C7A-AA69-4F94-BC2A-73181364CA8D}" presName="textRect" presStyleLbl="revTx" presStyleIdx="0" presStyleCnt="4">
        <dgm:presLayoutVars>
          <dgm:chMax val="1"/>
          <dgm:chPref val="1"/>
        </dgm:presLayoutVars>
      </dgm:prSet>
      <dgm:spPr/>
    </dgm:pt>
    <dgm:pt modelId="{C2BD0112-30F4-4A5F-9BB5-DFCE809A7B7A}" type="pres">
      <dgm:prSet presAssocID="{6872941B-828E-463A-9933-BDC678C613B8}" presName="sibTrans" presStyleCnt="0"/>
      <dgm:spPr/>
    </dgm:pt>
    <dgm:pt modelId="{52DDB2E9-666B-4695-AD2B-9128C2E72583}" type="pres">
      <dgm:prSet presAssocID="{9C9BED43-AA46-48A6-AC4C-DB87E02A2E05}" presName="compNode" presStyleCnt="0"/>
      <dgm:spPr/>
    </dgm:pt>
    <dgm:pt modelId="{5AF4CDA4-D8AD-47EA-9614-0859BCEB5311}" type="pres">
      <dgm:prSet presAssocID="{9C9BED43-AA46-48A6-AC4C-DB87E02A2E05}" presName="iconBgRect" presStyleLbl="bgShp" presStyleIdx="1" presStyleCnt="4"/>
      <dgm:spPr/>
    </dgm:pt>
    <dgm:pt modelId="{D580350D-987F-40A7-8E44-92BD0BD68D8D}" type="pres">
      <dgm:prSet presAssocID="{9C9BED43-AA46-48A6-AC4C-DB87E02A2E0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sap makinesi"/>
        </a:ext>
      </dgm:extLst>
    </dgm:pt>
    <dgm:pt modelId="{71EB0687-82F2-4039-9903-1F170F96567A}" type="pres">
      <dgm:prSet presAssocID="{9C9BED43-AA46-48A6-AC4C-DB87E02A2E05}" presName="spaceRect" presStyleCnt="0"/>
      <dgm:spPr/>
    </dgm:pt>
    <dgm:pt modelId="{102C0C01-5B19-4456-8E53-A78E645E23DC}" type="pres">
      <dgm:prSet presAssocID="{9C9BED43-AA46-48A6-AC4C-DB87E02A2E05}" presName="textRect" presStyleLbl="revTx" presStyleIdx="1" presStyleCnt="4">
        <dgm:presLayoutVars>
          <dgm:chMax val="1"/>
          <dgm:chPref val="1"/>
        </dgm:presLayoutVars>
      </dgm:prSet>
      <dgm:spPr/>
    </dgm:pt>
    <dgm:pt modelId="{CFC57E2F-A0BB-4880-98C5-5F4C9BC8762A}" type="pres">
      <dgm:prSet presAssocID="{8B2F4AD5-A166-4C04-BF82-B2E961651E2D}" presName="sibTrans" presStyleCnt="0"/>
      <dgm:spPr/>
    </dgm:pt>
    <dgm:pt modelId="{DC5D5D7A-04CE-44F6-A49F-4E5C98C7D429}" type="pres">
      <dgm:prSet presAssocID="{F3DDF953-549A-4520-99EA-E6D9B3DFCE71}" presName="compNode" presStyleCnt="0"/>
      <dgm:spPr/>
    </dgm:pt>
    <dgm:pt modelId="{2B76FAEE-E358-41AF-83C2-60BCFAA1C1C6}" type="pres">
      <dgm:prSet presAssocID="{F3DDF953-549A-4520-99EA-E6D9B3DFCE71}" presName="iconBgRect" presStyleLbl="bgShp" presStyleIdx="2" presStyleCnt="4"/>
      <dgm:spPr/>
    </dgm:pt>
    <dgm:pt modelId="{9646467A-9C93-4334-B9F2-7DF5241D3F02}" type="pres">
      <dgm:prSet presAssocID="{F3DDF953-549A-4520-99EA-E6D9B3DFCE7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inele"/>
        </a:ext>
      </dgm:extLst>
    </dgm:pt>
    <dgm:pt modelId="{C4A6C4F6-6898-47C5-91A0-DC4F726DA6EC}" type="pres">
      <dgm:prSet presAssocID="{F3DDF953-549A-4520-99EA-E6D9B3DFCE71}" presName="spaceRect" presStyleCnt="0"/>
      <dgm:spPr/>
    </dgm:pt>
    <dgm:pt modelId="{83E87070-7E1D-4006-AE1C-9CEE64B54E52}" type="pres">
      <dgm:prSet presAssocID="{F3DDF953-549A-4520-99EA-E6D9B3DFCE71}" presName="textRect" presStyleLbl="revTx" presStyleIdx="2" presStyleCnt="4">
        <dgm:presLayoutVars>
          <dgm:chMax val="1"/>
          <dgm:chPref val="1"/>
        </dgm:presLayoutVars>
      </dgm:prSet>
      <dgm:spPr/>
    </dgm:pt>
    <dgm:pt modelId="{A23340B8-E6F2-4366-9CA9-A02721E7D54A}" type="pres">
      <dgm:prSet presAssocID="{064E0F83-ABB4-45C3-B101-4C5D68118808}" presName="sibTrans" presStyleCnt="0"/>
      <dgm:spPr/>
    </dgm:pt>
    <dgm:pt modelId="{B87C5DDF-6418-409F-AAD0-7BA580A56977}" type="pres">
      <dgm:prSet presAssocID="{F5D901C6-107D-4239-8558-E6CBE8614C42}" presName="compNode" presStyleCnt="0"/>
      <dgm:spPr/>
    </dgm:pt>
    <dgm:pt modelId="{68EE0A9B-588E-4D98-AA82-0A788E004D1C}" type="pres">
      <dgm:prSet presAssocID="{F5D901C6-107D-4239-8558-E6CBE8614C42}" presName="iconBgRect" presStyleLbl="bgShp" presStyleIdx="3" presStyleCnt="4"/>
      <dgm:spPr/>
    </dgm:pt>
    <dgm:pt modelId="{BB8BA357-7A1D-4E6A-BF1D-4C9BAF1F1D47}" type="pres">
      <dgm:prSet presAssocID="{F5D901C6-107D-4239-8558-E6CBE8614C4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çak"/>
        </a:ext>
      </dgm:extLst>
    </dgm:pt>
    <dgm:pt modelId="{7C6CD07B-3752-46D0-A80A-83C097FF54F7}" type="pres">
      <dgm:prSet presAssocID="{F5D901C6-107D-4239-8558-E6CBE8614C42}" presName="spaceRect" presStyleCnt="0"/>
      <dgm:spPr/>
    </dgm:pt>
    <dgm:pt modelId="{71E6414C-439A-4691-A3BC-995B6F76CB1B}" type="pres">
      <dgm:prSet presAssocID="{F5D901C6-107D-4239-8558-E6CBE8614C4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B581D13-FE01-410C-9D12-B2306120561E}" type="presOf" srcId="{F5D901C6-107D-4239-8558-E6CBE8614C42}" destId="{71E6414C-439A-4691-A3BC-995B6F76CB1B}" srcOrd="0" destOrd="0" presId="urn:microsoft.com/office/officeart/2018/5/layout/IconCircleLabelList"/>
    <dgm:cxn modelId="{12317723-46A1-4D8E-B82C-4B7E6719961A}" srcId="{52F066C5-2996-4DDB-8EA5-52463A748ED7}" destId="{9C9BED43-AA46-48A6-AC4C-DB87E02A2E05}" srcOrd="1" destOrd="0" parTransId="{D54FBC61-AB17-49D4-89BF-B7790BFE1E28}" sibTransId="{8B2F4AD5-A166-4C04-BF82-B2E961651E2D}"/>
    <dgm:cxn modelId="{90B8DB87-222E-4453-84AD-5AB2F24AF4F3}" type="presOf" srcId="{628A7C7A-AA69-4F94-BC2A-73181364CA8D}" destId="{6A2A696C-9138-498B-9944-FC9B6C45C7FC}" srcOrd="0" destOrd="0" presId="urn:microsoft.com/office/officeart/2018/5/layout/IconCircleLabelList"/>
    <dgm:cxn modelId="{1F31E9A7-07B5-4989-889C-608350BF3BDF}" type="presOf" srcId="{F3DDF953-549A-4520-99EA-E6D9B3DFCE71}" destId="{83E87070-7E1D-4006-AE1C-9CEE64B54E52}" srcOrd="0" destOrd="0" presId="urn:microsoft.com/office/officeart/2018/5/layout/IconCircleLabelList"/>
    <dgm:cxn modelId="{A36321AB-2CCF-46B2-A8A7-07385B4435D2}" type="presOf" srcId="{9C9BED43-AA46-48A6-AC4C-DB87E02A2E05}" destId="{102C0C01-5B19-4456-8E53-A78E645E23DC}" srcOrd="0" destOrd="0" presId="urn:microsoft.com/office/officeart/2018/5/layout/IconCircleLabelList"/>
    <dgm:cxn modelId="{17D4E7C5-506D-4B61-844F-240A2C95B32A}" srcId="{52F066C5-2996-4DDB-8EA5-52463A748ED7}" destId="{F3DDF953-549A-4520-99EA-E6D9B3DFCE71}" srcOrd="2" destOrd="0" parTransId="{0C0FF51B-058E-44EF-A49D-8A4320C86331}" sibTransId="{064E0F83-ABB4-45C3-B101-4C5D68118808}"/>
    <dgm:cxn modelId="{F1D34AE1-CF2A-4151-9EE8-B1B4E763D125}" srcId="{52F066C5-2996-4DDB-8EA5-52463A748ED7}" destId="{628A7C7A-AA69-4F94-BC2A-73181364CA8D}" srcOrd="0" destOrd="0" parTransId="{1E00BB36-D938-4790-8125-EC84EC0C8B7A}" sibTransId="{6872941B-828E-463A-9933-BDC678C613B8}"/>
    <dgm:cxn modelId="{A8470EE4-570E-4CA9-8AA0-07AD84C25C76}" srcId="{52F066C5-2996-4DDB-8EA5-52463A748ED7}" destId="{F5D901C6-107D-4239-8558-E6CBE8614C42}" srcOrd="3" destOrd="0" parTransId="{3496C2AC-61EF-40BD-92BD-3C1F3EA405D9}" sibTransId="{BFF67643-DA3B-472B-86EB-579D314F3A9E}"/>
    <dgm:cxn modelId="{3AD3D1EA-5F47-46CE-882D-19870D2D6450}" type="presOf" srcId="{52F066C5-2996-4DDB-8EA5-52463A748ED7}" destId="{9643CE98-8567-4737-853C-028A4B8B0689}" srcOrd="0" destOrd="0" presId="urn:microsoft.com/office/officeart/2018/5/layout/IconCircleLabelList"/>
    <dgm:cxn modelId="{616DAAB0-66F1-40F8-8DCE-BF64D3920A3C}" type="presParOf" srcId="{9643CE98-8567-4737-853C-028A4B8B0689}" destId="{90F3AD96-F25E-4FDE-AE7A-39CDC72A1351}" srcOrd="0" destOrd="0" presId="urn:microsoft.com/office/officeart/2018/5/layout/IconCircleLabelList"/>
    <dgm:cxn modelId="{6F7F3302-39E7-4448-8065-813B094DF572}" type="presParOf" srcId="{90F3AD96-F25E-4FDE-AE7A-39CDC72A1351}" destId="{29A85678-5478-4BC3-986C-E6961553E6AA}" srcOrd="0" destOrd="0" presId="urn:microsoft.com/office/officeart/2018/5/layout/IconCircleLabelList"/>
    <dgm:cxn modelId="{84D7312D-FF20-4F99-B407-BC0A867A3F48}" type="presParOf" srcId="{90F3AD96-F25E-4FDE-AE7A-39CDC72A1351}" destId="{626E7482-EF68-423D-83A2-9C296246C819}" srcOrd="1" destOrd="0" presId="urn:microsoft.com/office/officeart/2018/5/layout/IconCircleLabelList"/>
    <dgm:cxn modelId="{230EFAE5-8641-443A-BFC0-52C37DA57FAF}" type="presParOf" srcId="{90F3AD96-F25E-4FDE-AE7A-39CDC72A1351}" destId="{E6440D93-34B3-42C5-AECC-BFC36E8646C5}" srcOrd="2" destOrd="0" presId="urn:microsoft.com/office/officeart/2018/5/layout/IconCircleLabelList"/>
    <dgm:cxn modelId="{722175F0-7D36-44CB-99DD-DE4736BBB016}" type="presParOf" srcId="{90F3AD96-F25E-4FDE-AE7A-39CDC72A1351}" destId="{6A2A696C-9138-498B-9944-FC9B6C45C7FC}" srcOrd="3" destOrd="0" presId="urn:microsoft.com/office/officeart/2018/5/layout/IconCircleLabelList"/>
    <dgm:cxn modelId="{87216134-3C94-4726-BCFF-3D517F8B986B}" type="presParOf" srcId="{9643CE98-8567-4737-853C-028A4B8B0689}" destId="{C2BD0112-30F4-4A5F-9BB5-DFCE809A7B7A}" srcOrd="1" destOrd="0" presId="urn:microsoft.com/office/officeart/2018/5/layout/IconCircleLabelList"/>
    <dgm:cxn modelId="{D9D046DE-1D66-4FD8-873E-A3FB55498B02}" type="presParOf" srcId="{9643CE98-8567-4737-853C-028A4B8B0689}" destId="{52DDB2E9-666B-4695-AD2B-9128C2E72583}" srcOrd="2" destOrd="0" presId="urn:microsoft.com/office/officeart/2018/5/layout/IconCircleLabelList"/>
    <dgm:cxn modelId="{7F30DFDF-AC84-4AF2-AD61-C9BBB9A29673}" type="presParOf" srcId="{52DDB2E9-666B-4695-AD2B-9128C2E72583}" destId="{5AF4CDA4-D8AD-47EA-9614-0859BCEB5311}" srcOrd="0" destOrd="0" presId="urn:microsoft.com/office/officeart/2018/5/layout/IconCircleLabelList"/>
    <dgm:cxn modelId="{458F9AA9-FB32-4A57-82E5-24BE56525C35}" type="presParOf" srcId="{52DDB2E9-666B-4695-AD2B-9128C2E72583}" destId="{D580350D-987F-40A7-8E44-92BD0BD68D8D}" srcOrd="1" destOrd="0" presId="urn:microsoft.com/office/officeart/2018/5/layout/IconCircleLabelList"/>
    <dgm:cxn modelId="{86223240-0AE6-4780-9A6B-D05F9BBA267B}" type="presParOf" srcId="{52DDB2E9-666B-4695-AD2B-9128C2E72583}" destId="{71EB0687-82F2-4039-9903-1F170F96567A}" srcOrd="2" destOrd="0" presId="urn:microsoft.com/office/officeart/2018/5/layout/IconCircleLabelList"/>
    <dgm:cxn modelId="{E3DA4488-682E-4377-8A30-2ABF10E10A14}" type="presParOf" srcId="{52DDB2E9-666B-4695-AD2B-9128C2E72583}" destId="{102C0C01-5B19-4456-8E53-A78E645E23DC}" srcOrd="3" destOrd="0" presId="urn:microsoft.com/office/officeart/2018/5/layout/IconCircleLabelList"/>
    <dgm:cxn modelId="{E19BA78B-8FC0-45F5-8BDB-9FABAB01E953}" type="presParOf" srcId="{9643CE98-8567-4737-853C-028A4B8B0689}" destId="{CFC57E2F-A0BB-4880-98C5-5F4C9BC8762A}" srcOrd="3" destOrd="0" presId="urn:microsoft.com/office/officeart/2018/5/layout/IconCircleLabelList"/>
    <dgm:cxn modelId="{23D488E5-B85F-40B8-803E-93A5776A178E}" type="presParOf" srcId="{9643CE98-8567-4737-853C-028A4B8B0689}" destId="{DC5D5D7A-04CE-44F6-A49F-4E5C98C7D429}" srcOrd="4" destOrd="0" presId="urn:microsoft.com/office/officeart/2018/5/layout/IconCircleLabelList"/>
    <dgm:cxn modelId="{23A54CBE-80B6-447E-BCD1-665AEF9295E1}" type="presParOf" srcId="{DC5D5D7A-04CE-44F6-A49F-4E5C98C7D429}" destId="{2B76FAEE-E358-41AF-83C2-60BCFAA1C1C6}" srcOrd="0" destOrd="0" presId="urn:microsoft.com/office/officeart/2018/5/layout/IconCircleLabelList"/>
    <dgm:cxn modelId="{CC1B5294-9340-42C4-949B-5A2FA8CDDFE9}" type="presParOf" srcId="{DC5D5D7A-04CE-44F6-A49F-4E5C98C7D429}" destId="{9646467A-9C93-4334-B9F2-7DF5241D3F02}" srcOrd="1" destOrd="0" presId="urn:microsoft.com/office/officeart/2018/5/layout/IconCircleLabelList"/>
    <dgm:cxn modelId="{477CC2C6-4C74-4865-817D-AB6ED10B39E9}" type="presParOf" srcId="{DC5D5D7A-04CE-44F6-A49F-4E5C98C7D429}" destId="{C4A6C4F6-6898-47C5-91A0-DC4F726DA6EC}" srcOrd="2" destOrd="0" presId="urn:microsoft.com/office/officeart/2018/5/layout/IconCircleLabelList"/>
    <dgm:cxn modelId="{181B869C-24EE-4BA9-97DC-9A31D5341419}" type="presParOf" srcId="{DC5D5D7A-04CE-44F6-A49F-4E5C98C7D429}" destId="{83E87070-7E1D-4006-AE1C-9CEE64B54E52}" srcOrd="3" destOrd="0" presId="urn:microsoft.com/office/officeart/2018/5/layout/IconCircleLabelList"/>
    <dgm:cxn modelId="{A63362B6-4AF0-4F8D-B504-CC600E66355E}" type="presParOf" srcId="{9643CE98-8567-4737-853C-028A4B8B0689}" destId="{A23340B8-E6F2-4366-9CA9-A02721E7D54A}" srcOrd="5" destOrd="0" presId="urn:microsoft.com/office/officeart/2018/5/layout/IconCircleLabelList"/>
    <dgm:cxn modelId="{BA8D7948-2EA8-4C8F-AA27-0B5CC9C2724D}" type="presParOf" srcId="{9643CE98-8567-4737-853C-028A4B8B0689}" destId="{B87C5DDF-6418-409F-AAD0-7BA580A56977}" srcOrd="6" destOrd="0" presId="urn:microsoft.com/office/officeart/2018/5/layout/IconCircleLabelList"/>
    <dgm:cxn modelId="{2BF9CB14-0F2F-4742-89DC-21C97FEF04CE}" type="presParOf" srcId="{B87C5DDF-6418-409F-AAD0-7BA580A56977}" destId="{68EE0A9B-588E-4D98-AA82-0A788E004D1C}" srcOrd="0" destOrd="0" presId="urn:microsoft.com/office/officeart/2018/5/layout/IconCircleLabelList"/>
    <dgm:cxn modelId="{C65DDB9D-45C4-4E9B-8D3A-31E2795B644A}" type="presParOf" srcId="{B87C5DDF-6418-409F-AAD0-7BA580A56977}" destId="{BB8BA357-7A1D-4E6A-BF1D-4C9BAF1F1D47}" srcOrd="1" destOrd="0" presId="urn:microsoft.com/office/officeart/2018/5/layout/IconCircleLabelList"/>
    <dgm:cxn modelId="{21BA24DE-244E-456E-8D0C-95E1F4C81C79}" type="presParOf" srcId="{B87C5DDF-6418-409F-AAD0-7BA580A56977}" destId="{7C6CD07B-3752-46D0-A80A-83C097FF54F7}" srcOrd="2" destOrd="0" presId="urn:microsoft.com/office/officeart/2018/5/layout/IconCircleLabelList"/>
    <dgm:cxn modelId="{AAF2F75E-60F9-4E13-BE7E-001C79464DA2}" type="presParOf" srcId="{B87C5DDF-6418-409F-AAD0-7BA580A56977}" destId="{71E6414C-439A-4691-A3BC-995B6F76CB1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B0F3C9-C514-4B73-B34E-CC6414214F7E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6B700C-A83B-41B0-8C17-1FFBB4F2594B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CCE35-B512-46EF-87FF-8ABE3AB20A0E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Amaç: Havacılıkta kullanılan Yön Cayrosu ve Yatay Durum Göstergesi (HSI) enstrümanlarının simülasyonu.</a:t>
          </a:r>
        </a:p>
      </dsp:txBody>
      <dsp:txXfrm>
        <a:off x="46529" y="2703902"/>
        <a:ext cx="2418750" cy="720000"/>
      </dsp:txXfrm>
    </dsp:sp>
    <dsp:sp modelId="{4AAFCD91-8A94-420C-BFD0-496AF10D2139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30DFC-39EE-473B-9819-ABAE8BDA3299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91B52-E330-4E60-9100-0DE7D229E648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Kapsam: Kullanıcı etkileşimleri, arıza durumları, jiroskop kayması (Gyro drift).</a:t>
          </a:r>
        </a:p>
      </dsp:txBody>
      <dsp:txXfrm>
        <a:off x="2888560" y="2703902"/>
        <a:ext cx="2418750" cy="720000"/>
      </dsp:txXfrm>
    </dsp:sp>
    <dsp:sp modelId="{A8BC34BD-5D15-4253-9CFA-B2F9783BBC6F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10BF7A-4AB6-4DF1-954C-42B6EA6D3CFD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B6E38-DF9D-4157-BEF8-E226EC8CC5C3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Hedef Kitle: Havacılık eğitimleri, simülasyon meraklıları ve sistem analistleri.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694438-22D4-44CE-A494-ECA9E94A9C1B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3F667-791B-44F0-8787-D09C8BCA96DD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02358-2E51-4C8F-918D-0276058D77A9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Programlama Dili: Python 3</a:t>
          </a:r>
        </a:p>
      </dsp:txBody>
      <dsp:txXfrm>
        <a:off x="1428292" y="2439"/>
        <a:ext cx="3297908" cy="1236616"/>
      </dsp:txXfrm>
    </dsp:sp>
    <dsp:sp modelId="{EB8E4D49-D720-4237-82D8-3CE36FE8AED8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398DE1-B9EC-44A5-B44D-1B4B3F412207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A262D-9A5D-4CB1-9494-FA262A6D6AF8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Grafik ve Arayüz (GUI): pygame (60 FPS, akıcı etkileşim)</a:t>
          </a:r>
        </a:p>
      </dsp:txBody>
      <dsp:txXfrm>
        <a:off x="1428292" y="1548210"/>
        <a:ext cx="3297908" cy="1236616"/>
      </dsp:txXfrm>
    </dsp:sp>
    <dsp:sp modelId="{0E0CB8FE-A999-491D-A8F6-7041A86BBC5E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CA2DA6-ED4D-4B2D-B808-9F2596ED207C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A6FCFE-3F0A-4830-9715-5FAC41BC70D1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Matematik: math modülü (Açı, trigonometri, dairesel rotasyon)</a:t>
          </a:r>
        </a:p>
      </dsp:txBody>
      <dsp:txXfrm>
        <a:off x="1428292" y="3093981"/>
        <a:ext cx="3297908" cy="1236616"/>
      </dsp:txXfrm>
    </dsp:sp>
    <dsp:sp modelId="{92B9C281-675A-4D17-8C2D-FBEAEC887BA8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1573A1-24C2-4EB6-BE03-F9BC8C516D32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01E858-8668-4F71-B3AD-C9E7E5272DA5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Veri Kaydı: csv ve os modülleri (Saniyelik loglama)</a:t>
          </a:r>
        </a:p>
      </dsp:txBody>
      <dsp:txXfrm>
        <a:off x="1428292" y="4639752"/>
        <a:ext cx="3297908" cy="1236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894A95-19FE-4C79-9E4D-64D8EA953970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917E80-E7DA-44B3-8696-59F751860F89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184EA1-E91E-499B-8214-2DF5E93BAC4C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Rota Sapması (Heading Dev): Mevcut rota ile hedef rota arasındaki fark 15°'yi aşarsa kırmızı yanıp sönen ikaz.</a:t>
          </a:r>
        </a:p>
      </dsp:txBody>
      <dsp:txXfrm>
        <a:off x="1437631" y="531"/>
        <a:ext cx="6449068" cy="1244702"/>
      </dsp:txXfrm>
    </dsp:sp>
    <dsp:sp modelId="{BD490767-37A3-4F07-8B36-EBC9079FF48F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C37076-0AFE-4F14-86FF-2DA7ADA5FAB4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14BF0-8CC1-4E31-ABF2-B43933F50085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Kayma Uyarısı (Drift Alert): Jiroskop kayması 5°'yi geçtiğinde metin rengi kırmızıya döner.</a:t>
          </a:r>
        </a:p>
      </dsp:txBody>
      <dsp:txXfrm>
        <a:off x="1437631" y="1556410"/>
        <a:ext cx="6449068" cy="1244702"/>
      </dsp:txXfrm>
    </dsp:sp>
    <dsp:sp modelId="{3A15BD35-08E2-4740-B7AA-AF77526D17B1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E505CE-BBDE-41F4-83AF-5828AA30539F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691A5-6B20-4C6D-9EFC-E21DCBDD6C0A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Sistem Arızası (Failure Mode): 'F' tuşu ile aktifleşir. Kırmızı 'X' işareti ve 'HDG FAIL' uyarısı verilir.</a:t>
          </a:r>
        </a:p>
      </dsp:txBody>
      <dsp:txXfrm>
        <a:off x="1437631" y="3112289"/>
        <a:ext cx="6449068" cy="12447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F2B5CB-51A2-416F-8BCB-AC2A6E95DBEE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F055AA-38EB-4FB7-8EBC-C7CE1E5E24A2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BFAA2-D6FB-489E-8D6E-8C41B2B25D2A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Otomatik Uçuş (Autoplay): 'S' tuşu veya AUTOPILOT butonu ile aktifleşir.</a:t>
          </a:r>
        </a:p>
      </dsp:txBody>
      <dsp:txXfrm>
        <a:off x="1437631" y="531"/>
        <a:ext cx="6449068" cy="1244702"/>
      </dsp:txXfrm>
    </dsp:sp>
    <dsp:sp modelId="{70ACC3B8-5C5B-4A8E-9172-8F7FB4A87606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923E96-4730-4840-A63E-91B5C36F2413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E54E6-3033-4052-800A-23670CA6F44D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Senaryo: Uçak, önceden tanımlanmış zaman ve hedef rota noktalarına göre otomatik uçar.</a:t>
          </a:r>
        </a:p>
      </dsp:txBody>
      <dsp:txXfrm>
        <a:off x="1437631" y="1556410"/>
        <a:ext cx="6449068" cy="1244702"/>
      </dsp:txXfrm>
    </dsp:sp>
    <dsp:sp modelId="{EA0480BC-EB6A-4B79-8251-6E213D519420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87FFC-F13A-4569-B6AF-65BDD26C301F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13865-BD56-4169-AD5F-45D6E0A6AEBB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Mekanik: En kısa dönüş açısı (shortest angle difference) hesaplanarak akıcı manevralar uygulanır.</a:t>
          </a:r>
        </a:p>
      </dsp:txBody>
      <dsp:txXfrm>
        <a:off x="1437631" y="3112289"/>
        <a:ext cx="6449068" cy="12447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90958-0B66-42E6-BA4C-2207F834B0D1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7CFCD7-39C6-485A-9728-B49390381960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3E959-9B6E-4851-B679-0C47D58909C8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Gündüz Modu: Yüksek kontrastlı kahverengi/sarı/turuncu havacılık standart tonları.</a:t>
          </a:r>
        </a:p>
      </dsp:txBody>
      <dsp:txXfrm>
        <a:off x="1058686" y="1808"/>
        <a:ext cx="6828013" cy="916611"/>
      </dsp:txXfrm>
    </dsp:sp>
    <dsp:sp modelId="{2D29CC50-A92D-4D21-BC8F-6706193775E0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12627F-8728-44D4-AB0A-15714738F4A6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08317-E16F-4C93-9BCC-322167602352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Gece Modu: 'N' tuşu ile aktifleşen, koyu yeşil fosforlu kokpit gece aydınlatması.</a:t>
          </a:r>
        </a:p>
      </dsp:txBody>
      <dsp:txXfrm>
        <a:off x="1058686" y="1147573"/>
        <a:ext cx="6828013" cy="916611"/>
      </dsp:txXfrm>
    </dsp:sp>
    <dsp:sp modelId="{C3BA7447-320F-44C5-9B16-8D883242C8DB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A33C0-AD6F-482D-8FD2-008B8E2FECA7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42C2F-BD32-418D-94CA-F56E3DAC5D4E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Veri Kayıt Sistemi: Saniyede bir 'heading_log.csv' dosyasına yazılır.</a:t>
          </a:r>
        </a:p>
      </dsp:txBody>
      <dsp:txXfrm>
        <a:off x="1058686" y="2293338"/>
        <a:ext cx="6828013" cy="916611"/>
      </dsp:txXfrm>
    </dsp:sp>
    <dsp:sp modelId="{C521596F-A8C2-4739-9AB3-6DB13B9DE5F2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EBF29E-4641-40CF-A94C-B6CDAACCA91F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3B13CA-38FA-4AD1-A70D-3119C0828A8E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Kaydedilenler: Zaman, Gerçek Rota, Gösterilen Rota, Hedef Rota, Kayma Hatası.</a:t>
          </a:r>
        </a:p>
      </dsp:txBody>
      <dsp:txXfrm>
        <a:off x="1058686" y="3439103"/>
        <a:ext cx="6828013" cy="9166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AD59A2-8D79-4790-9F66-796D6F9C7AEA}">
      <dsp:nvSpPr>
        <dsp:cNvPr id="0" name=""/>
        <dsp:cNvSpPr/>
      </dsp:nvSpPr>
      <dsp:spPr>
        <a:xfrm>
          <a:off x="145153" y="802703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FF915-E32F-4318-B22A-235D94E8003A}">
      <dsp:nvSpPr>
        <dsp:cNvPr id="0" name=""/>
        <dsp:cNvSpPr/>
      </dsp:nvSpPr>
      <dsp:spPr>
        <a:xfrm>
          <a:off x="356344" y="1013893"/>
          <a:ext cx="583288" cy="583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AB6E1-95F7-4D8E-ACE7-7CF3BD4AC0A9}">
      <dsp:nvSpPr>
        <dsp:cNvPr id="0" name=""/>
        <dsp:cNvSpPr/>
      </dsp:nvSpPr>
      <dsp:spPr>
        <a:xfrm>
          <a:off x="1366323" y="802703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Pair Programmer mantığıyla bir AI asistanı desteği kullanılmıştır:</a:t>
          </a:r>
        </a:p>
      </dsp:txBody>
      <dsp:txXfrm>
        <a:off x="1366323" y="802703"/>
        <a:ext cx="2370505" cy="1005669"/>
      </dsp:txXfrm>
    </dsp:sp>
    <dsp:sp modelId="{F9C927BC-573B-4357-A6BF-09BCC74E2C9B}">
      <dsp:nvSpPr>
        <dsp:cNvPr id="0" name=""/>
        <dsp:cNvSpPr/>
      </dsp:nvSpPr>
      <dsp:spPr>
        <a:xfrm>
          <a:off x="4149871" y="802703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6810EE-FFD9-44E6-926B-4A4DBDE16B83}">
      <dsp:nvSpPr>
        <dsp:cNvPr id="0" name=""/>
        <dsp:cNvSpPr/>
      </dsp:nvSpPr>
      <dsp:spPr>
        <a:xfrm>
          <a:off x="4361061" y="1013893"/>
          <a:ext cx="583288" cy="583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86998-9C31-4A6C-9816-8FEC85185D01}">
      <dsp:nvSpPr>
        <dsp:cNvPr id="0" name=""/>
        <dsp:cNvSpPr/>
      </dsp:nvSpPr>
      <dsp:spPr>
        <a:xfrm>
          <a:off x="5371040" y="802703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Kod Üretimi: Pygame GUI iskeleti ve oyun döngüsü.</a:t>
          </a:r>
        </a:p>
      </dsp:txBody>
      <dsp:txXfrm>
        <a:off x="5371040" y="802703"/>
        <a:ext cx="2370505" cy="1005669"/>
      </dsp:txXfrm>
    </dsp:sp>
    <dsp:sp modelId="{37897F31-29B2-4D13-857B-13CED02C4C3A}">
      <dsp:nvSpPr>
        <dsp:cNvPr id="0" name=""/>
        <dsp:cNvSpPr/>
      </dsp:nvSpPr>
      <dsp:spPr>
        <a:xfrm>
          <a:off x="145153" y="2549151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90B00-B2DA-4F94-ACA8-60CD6AF33DE8}">
      <dsp:nvSpPr>
        <dsp:cNvPr id="0" name=""/>
        <dsp:cNvSpPr/>
      </dsp:nvSpPr>
      <dsp:spPr>
        <a:xfrm>
          <a:off x="356344" y="2760342"/>
          <a:ext cx="583288" cy="583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DB2EA-0991-4764-AD30-C67A05367D4A}">
      <dsp:nvSpPr>
        <dsp:cNvPr id="0" name=""/>
        <dsp:cNvSpPr/>
      </dsp:nvSpPr>
      <dsp:spPr>
        <a:xfrm>
          <a:off x="1366323" y="2549151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Matematik: Trigonometrik çizimler ve en kısa yön bulma algoritmaları.</a:t>
          </a:r>
        </a:p>
      </dsp:txBody>
      <dsp:txXfrm>
        <a:off x="1366323" y="2549151"/>
        <a:ext cx="2370505" cy="1005669"/>
      </dsp:txXfrm>
    </dsp:sp>
    <dsp:sp modelId="{4803B206-E409-4F03-AB19-50D32087CC7F}">
      <dsp:nvSpPr>
        <dsp:cNvPr id="0" name=""/>
        <dsp:cNvSpPr/>
      </dsp:nvSpPr>
      <dsp:spPr>
        <a:xfrm>
          <a:off x="4149871" y="2549151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E00D4-F8CE-4C52-98A8-37398C056EC9}">
      <dsp:nvSpPr>
        <dsp:cNvPr id="0" name=""/>
        <dsp:cNvSpPr/>
      </dsp:nvSpPr>
      <dsp:spPr>
        <a:xfrm>
          <a:off x="4361061" y="2760342"/>
          <a:ext cx="583288" cy="583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CAA68-ACAE-468E-A46A-05EB91C6B19F}">
      <dsp:nvSpPr>
        <dsp:cNvPr id="0" name=""/>
        <dsp:cNvSpPr/>
      </dsp:nvSpPr>
      <dsp:spPr>
        <a:xfrm>
          <a:off x="5371040" y="2549151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Gelişmiş Mekanikler: Gyro drift ve zamanlayıcı senkronizasyonlu alarmlar.</a:t>
          </a:r>
        </a:p>
      </dsp:txBody>
      <dsp:txXfrm>
        <a:off x="5371040" y="2549151"/>
        <a:ext cx="2370505" cy="100566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3C9EA-9E0D-43F3-A30C-9AF719067D3A}">
      <dsp:nvSpPr>
        <dsp:cNvPr id="0" name=""/>
        <dsp:cNvSpPr/>
      </dsp:nvSpPr>
      <dsp:spPr>
        <a:xfrm>
          <a:off x="376435" y="98265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BAC80-0EAB-45DD-BED2-CBFAE9808804}">
      <dsp:nvSpPr>
        <dsp:cNvPr id="0" name=""/>
        <dsp:cNvSpPr/>
      </dsp:nvSpPr>
      <dsp:spPr>
        <a:xfrm>
          <a:off x="610435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14068F-C1B6-43A7-9DC4-AABA4CA6BCAF}">
      <dsp:nvSpPr>
        <dsp:cNvPr id="0" name=""/>
        <dsp:cNvSpPr/>
      </dsp:nvSpPr>
      <dsp:spPr>
        <a:xfrm>
          <a:off x="25435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Hızlandırılmış Geliştirme: Karmaşık grafiksel/matematiksel sorunların hızlıca çözülmesi.</a:t>
          </a:r>
        </a:p>
      </dsp:txBody>
      <dsp:txXfrm>
        <a:off x="25435" y="2422652"/>
        <a:ext cx="1800000" cy="787500"/>
      </dsp:txXfrm>
    </dsp:sp>
    <dsp:sp modelId="{9194960F-A661-496C-8F32-35E60233325F}">
      <dsp:nvSpPr>
        <dsp:cNvPr id="0" name=""/>
        <dsp:cNvSpPr/>
      </dsp:nvSpPr>
      <dsp:spPr>
        <a:xfrm>
          <a:off x="2491435" y="98265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5B718C-3751-471F-9F94-18D935A92ED7}">
      <dsp:nvSpPr>
        <dsp:cNvPr id="0" name=""/>
        <dsp:cNvSpPr/>
      </dsp:nvSpPr>
      <dsp:spPr>
        <a:xfrm>
          <a:off x="2725435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D7929-CBAE-44CD-889F-9EDE9AE3C646}">
      <dsp:nvSpPr>
        <dsp:cNvPr id="0" name=""/>
        <dsp:cNvSpPr/>
      </dsp:nvSpPr>
      <dsp:spPr>
        <a:xfrm>
          <a:off x="2140435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Optimizasyon: Performans darboğazlarının baştan giderilmesi.</a:t>
          </a:r>
        </a:p>
      </dsp:txBody>
      <dsp:txXfrm>
        <a:off x="2140435" y="2422652"/>
        <a:ext cx="1800000" cy="787500"/>
      </dsp:txXfrm>
    </dsp:sp>
    <dsp:sp modelId="{6B862E9C-F78F-4D93-BCAC-0CDC528DD3E1}">
      <dsp:nvSpPr>
        <dsp:cNvPr id="0" name=""/>
        <dsp:cNvSpPr/>
      </dsp:nvSpPr>
      <dsp:spPr>
        <a:xfrm>
          <a:off x="4606435" y="98265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EBB7AD-722F-444F-B2CD-1BD0CBB01ADE}">
      <dsp:nvSpPr>
        <dsp:cNvPr id="0" name=""/>
        <dsp:cNvSpPr/>
      </dsp:nvSpPr>
      <dsp:spPr>
        <a:xfrm>
          <a:off x="4840435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A7A2A-261F-48AE-A25B-DB76D9E5AD30}">
      <dsp:nvSpPr>
        <dsp:cNvPr id="0" name=""/>
        <dsp:cNvSpPr/>
      </dsp:nvSpPr>
      <dsp:spPr>
        <a:xfrm>
          <a:off x="4255435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Rehberlik: Havacılık sistemlerinin mantığını koda dökmek için yönerge sağlanması.</a:t>
          </a:r>
        </a:p>
      </dsp:txBody>
      <dsp:txXfrm>
        <a:off x="4255435" y="2422652"/>
        <a:ext cx="1800000" cy="787500"/>
      </dsp:txXfrm>
    </dsp:sp>
    <dsp:sp modelId="{F194A759-4DD5-4202-824C-656E7FADCA10}">
      <dsp:nvSpPr>
        <dsp:cNvPr id="0" name=""/>
        <dsp:cNvSpPr/>
      </dsp:nvSpPr>
      <dsp:spPr>
        <a:xfrm>
          <a:off x="6721435" y="98265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035B4-D94F-4CB5-A97E-1EEB6FDE185D}">
      <dsp:nvSpPr>
        <dsp:cNvPr id="0" name=""/>
        <dsp:cNvSpPr/>
      </dsp:nvSpPr>
      <dsp:spPr>
        <a:xfrm>
          <a:off x="6955435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E9398-EC39-4293-A224-B58C486DA2FD}">
      <dsp:nvSpPr>
        <dsp:cNvPr id="0" name=""/>
        <dsp:cNvSpPr/>
      </dsp:nvSpPr>
      <dsp:spPr>
        <a:xfrm>
          <a:off x="6370435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Hatasızlık: İnsan - AI işbirliği sayesinde profesyonel standartlara ulaşılması.</a:t>
          </a:r>
        </a:p>
      </dsp:txBody>
      <dsp:txXfrm>
        <a:off x="6370435" y="2422652"/>
        <a:ext cx="1800000" cy="7875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85678-5478-4BC3-986C-E6961553E6AA}">
      <dsp:nvSpPr>
        <dsp:cNvPr id="0" name=""/>
        <dsp:cNvSpPr/>
      </dsp:nvSpPr>
      <dsp:spPr>
        <a:xfrm>
          <a:off x="376435" y="98265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6E7482-EF68-423D-83A2-9C296246C819}">
      <dsp:nvSpPr>
        <dsp:cNvPr id="0" name=""/>
        <dsp:cNvSpPr/>
      </dsp:nvSpPr>
      <dsp:spPr>
        <a:xfrm>
          <a:off x="610435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A696C-9138-498B-9944-FC9B6C45C7FC}">
      <dsp:nvSpPr>
        <dsp:cNvPr id="0" name=""/>
        <dsp:cNvSpPr/>
      </dsp:nvSpPr>
      <dsp:spPr>
        <a:xfrm>
          <a:off x="25435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Geliştirilen yazılım, grafiksel bir çizimin ötesinde tam teşekküllü bir mühendislik ve eğitim simülasyonudur.</a:t>
          </a:r>
        </a:p>
      </dsp:txBody>
      <dsp:txXfrm>
        <a:off x="25435" y="2422652"/>
        <a:ext cx="1800000" cy="787500"/>
      </dsp:txXfrm>
    </dsp:sp>
    <dsp:sp modelId="{5AF4CDA4-D8AD-47EA-9614-0859BCEB5311}">
      <dsp:nvSpPr>
        <dsp:cNvPr id="0" name=""/>
        <dsp:cNvSpPr/>
      </dsp:nvSpPr>
      <dsp:spPr>
        <a:xfrm>
          <a:off x="2491435" y="98265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0350D-987F-40A7-8E44-92BD0BD68D8D}">
      <dsp:nvSpPr>
        <dsp:cNvPr id="0" name=""/>
        <dsp:cNvSpPr/>
      </dsp:nvSpPr>
      <dsp:spPr>
        <a:xfrm>
          <a:off x="2725435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C0C01-5B19-4456-8E53-A78E645E23DC}">
      <dsp:nvSpPr>
        <dsp:cNvPr id="0" name=""/>
        <dsp:cNvSpPr/>
      </dsp:nvSpPr>
      <dsp:spPr>
        <a:xfrm>
          <a:off x="2140435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Arka planda çalışan matematiksel modellemeleri içerir.</a:t>
          </a:r>
        </a:p>
      </dsp:txBody>
      <dsp:txXfrm>
        <a:off x="2140435" y="2422652"/>
        <a:ext cx="1800000" cy="787500"/>
      </dsp:txXfrm>
    </dsp:sp>
    <dsp:sp modelId="{2B76FAEE-E358-41AF-83C2-60BCFAA1C1C6}">
      <dsp:nvSpPr>
        <dsp:cNvPr id="0" name=""/>
        <dsp:cNvSpPr/>
      </dsp:nvSpPr>
      <dsp:spPr>
        <a:xfrm>
          <a:off x="4606435" y="98265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46467A-9C93-4334-B9F2-7DF5241D3F02}">
      <dsp:nvSpPr>
        <dsp:cNvPr id="0" name=""/>
        <dsp:cNvSpPr/>
      </dsp:nvSpPr>
      <dsp:spPr>
        <a:xfrm>
          <a:off x="4840435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87070-7E1D-4006-AE1C-9CEE64B54E52}">
      <dsp:nvSpPr>
        <dsp:cNvPr id="0" name=""/>
        <dsp:cNvSpPr/>
      </dsp:nvSpPr>
      <dsp:spPr>
        <a:xfrm>
          <a:off x="4255435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Otopilot yeteneği ve arıza senaryoları ile zenginleştirilmiştir.</a:t>
          </a:r>
        </a:p>
      </dsp:txBody>
      <dsp:txXfrm>
        <a:off x="4255435" y="2422652"/>
        <a:ext cx="1800000" cy="787500"/>
      </dsp:txXfrm>
    </dsp:sp>
    <dsp:sp modelId="{68EE0A9B-588E-4D98-AA82-0A788E004D1C}">
      <dsp:nvSpPr>
        <dsp:cNvPr id="0" name=""/>
        <dsp:cNvSpPr/>
      </dsp:nvSpPr>
      <dsp:spPr>
        <a:xfrm>
          <a:off x="6721435" y="98265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BA357-7A1D-4E6A-BF1D-4C9BAF1F1D47}">
      <dsp:nvSpPr>
        <dsp:cNvPr id="0" name=""/>
        <dsp:cNvSpPr/>
      </dsp:nvSpPr>
      <dsp:spPr>
        <a:xfrm>
          <a:off x="6955435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E6414C-439A-4691-A3BC-995B6F76CB1B}">
      <dsp:nvSpPr>
        <dsp:cNvPr id="0" name=""/>
        <dsp:cNvSpPr/>
      </dsp:nvSpPr>
      <dsp:spPr>
        <a:xfrm>
          <a:off x="6370435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Havacılık temel eğitimlerinde kullanılabilecek değerli bir kaynak oluşturur.</a:t>
          </a:r>
        </a:p>
      </dsp:txBody>
      <dsp:txXfrm>
        <a:off x="6370435" y="2422652"/>
        <a:ext cx="1800000" cy="78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tr-TR" sz="4200">
                <a:solidFill>
                  <a:srgbClr val="FFFFFF"/>
                </a:solidFill>
              </a:rPr>
              <a:t>Gelişmiş Yön Cayrosu (Directional Gyro / HSI) Simülasyonu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tr-TR" sz="2700"/>
              <a:t>Himmet Doruk Uşkun </a:t>
            </a:r>
          </a:p>
          <a:p>
            <a:pPr algn="l">
              <a:lnSpc>
                <a:spcPct val="90000"/>
              </a:lnSpc>
            </a:pPr>
            <a:r>
              <a:rPr lang="tr-TR" sz="2700"/>
              <a:t>Talha Keskin</a:t>
            </a:r>
          </a:p>
          <a:p>
            <a:pPr algn="l">
              <a:lnSpc>
                <a:spcPct val="90000"/>
              </a:lnSpc>
            </a:pPr>
            <a:r>
              <a:rPr lang="tr-TR" sz="2700"/>
              <a:t>İbrahim Eren </a:t>
            </a:r>
            <a:r>
              <a:rPr lang="tr-TR" sz="2700" err="1"/>
              <a:t>Karka</a:t>
            </a:r>
            <a:endParaRPr lang="tr-TR" sz="27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tr-TR" sz="3500">
                <a:solidFill>
                  <a:srgbClr val="FFFFFF"/>
                </a:solidFill>
              </a:rPr>
              <a:t>Projenin Amacı ve Özeti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ACB3EBF-07CC-4807-FC34-184F114840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161443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tr-TR" sz="3700">
                <a:solidFill>
                  <a:schemeClr val="bg1"/>
                </a:solidFill>
              </a:rPr>
              <a:t>Kullanılan Teknolojiler</a:t>
            </a:r>
          </a:p>
        </p:txBody>
      </p:sp>
      <p:grpSp>
        <p:nvGrpSpPr>
          <p:cNvPr id="3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4DF97C9F-FB74-FCD0-19CD-4C5E6AC91B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125815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tr-TR" sz="3500"/>
              <a:t>Temel Sistem Özellikleri: Dinamik Rota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tr-TR" sz="1700"/>
              <a:t>Manyetik Rota (True Heading): Uçağın burnunun gerçekte baktığı yön.</a:t>
            </a:r>
          </a:p>
          <a:p>
            <a:r>
              <a:rPr lang="tr-TR" sz="1700"/>
              <a:t>Gösterge Rotası (Indicated Heading): Jiroskoptaki hata payları eklendikten sonra okunan değer.</a:t>
            </a:r>
          </a:p>
          <a:p>
            <a:r>
              <a:rPr lang="tr-TR" sz="1700"/>
              <a:t>Jiroskop Kayması (Gyro Drift): Dünyanın dönüşünden ve fiziksel faktörlerden kaynaklı sapma.</a:t>
            </a:r>
          </a:p>
          <a:p>
            <a:r>
              <a:rPr lang="tr-TR" sz="1700"/>
              <a:t>Pilotun belirli aralıklarla göstergeyi manyetik pusula ile senkronize etmesi gerekliliği simüle edilir.</a:t>
            </a:r>
          </a:p>
        </p:txBody>
      </p:sp>
      <p:pic>
        <p:nvPicPr>
          <p:cNvPr id="5" name="Picture 4" descr="Renkli cetveller ve protractors">
            <a:extLst>
              <a:ext uri="{FF2B5EF4-FFF2-40B4-BE49-F238E27FC236}">
                <a16:creationId xmlns:a16="http://schemas.microsoft.com/office/drawing/2014/main" id="{1A11621D-95E8-BB22-0027-F39F8B4FF8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030" r="22239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sz="3500"/>
              <a:t>Kullanıcı Etkileşimi ve HDG 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tr-TR" sz="1700"/>
              <a:t>HDG Bug (Hedef Rota Seçici): Alt kısımdaki kaydırıcı veya pusula kadranına tıklayarak seçilir.</a:t>
            </a:r>
          </a:p>
          <a:p>
            <a:r>
              <a:rPr lang="tr-TR" sz="1700"/>
              <a:t>Seçilen rota camgöbeği (cyan) renkli bir ikon ile gösterilir.</a:t>
            </a:r>
          </a:p>
          <a:p>
            <a:r>
              <a:rPr lang="tr-TR" sz="1700"/>
              <a:t>Manuel Kontrol: Sol ve Sağ ok tuşları ile uçağın yönü anlık olarak değiştirilebilir.</a:t>
            </a:r>
          </a:p>
        </p:txBody>
      </p:sp>
      <p:pic>
        <p:nvPicPr>
          <p:cNvPr id="5" name="Picture 4" descr="Renkli iğneler iş parçacıklarıyla bağlandı">
            <a:extLst>
              <a:ext uri="{FF2B5EF4-FFF2-40B4-BE49-F238E27FC236}">
                <a16:creationId xmlns:a16="http://schemas.microsoft.com/office/drawing/2014/main" id="{C55219C7-B704-6F56-FFB9-62EAE9E85E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26" r="2479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Uyarı ve Alarm Sistemleri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862A4B4-50E1-EE3E-FB62-48AB097856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824130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tr-TR"/>
              <a:t>Otopilot ve Senaryo Modu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0C3718-227E-5517-73DA-532FCE38B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786139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Görsel Modlar ve Veri Kaydı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F56C99-4167-0A85-04DF-C4D8C43477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341488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Yapay Zeka (AI) Entegrasyonu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F1A35E-2859-317C-D1C8-A22972FD8B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581679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tr-TR" sz="3500">
                <a:solidFill>
                  <a:srgbClr val="FFFFFF"/>
                </a:solidFill>
              </a:rPr>
              <a:t>AI Kullanımının Avantajları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2AAA8B-6232-199B-D6B5-CFCC40CA25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424301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tr-TR" sz="3500">
                <a:solidFill>
                  <a:srgbClr val="FFFFFF"/>
                </a:solidFill>
              </a:rPr>
              <a:t>Sonuç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48A7C6-458A-7B3D-BCF9-481A04C2C8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046067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525</Words>
  <Application>Microsoft Macintosh PowerPoint</Application>
  <PresentationFormat>Ekran Gösterisi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Gelişmiş Yön Cayrosu (Directional Gyro / HSI) Simülasyonu</vt:lpstr>
      <vt:lpstr>Projenin Amacı ve Özeti</vt:lpstr>
      <vt:lpstr>Kullanılan Teknolojiler</vt:lpstr>
      <vt:lpstr>Temel Sistem Özellikleri: Dinamik Rota</vt:lpstr>
      <vt:lpstr>Kullanıcı Etkileşimi ve HDG Bug</vt:lpstr>
      <vt:lpstr>Uyarı ve Alarm Sistemleri</vt:lpstr>
      <vt:lpstr>Otopilot ve Senaryo Modu</vt:lpstr>
      <vt:lpstr>Görsel Modlar ve Veri Kaydı</vt:lpstr>
      <vt:lpstr>Yapay Zeka (AI) Entegrasyonu</vt:lpstr>
      <vt:lpstr>AI Kullanımının Avantajları</vt:lpstr>
      <vt:lpstr>Sonuç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Himmet Doruk Uşkun</cp:lastModifiedBy>
  <cp:revision>2</cp:revision>
  <dcterms:created xsi:type="dcterms:W3CDTF">2013-01-27T09:14:16Z</dcterms:created>
  <dcterms:modified xsi:type="dcterms:W3CDTF">2026-05-15T12:17:32Z</dcterms:modified>
  <cp:category/>
</cp:coreProperties>
</file>